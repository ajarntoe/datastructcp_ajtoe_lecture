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2" r:id="rId4"/>
    <p:sldId id="303" r:id="rId5"/>
    <p:sldId id="305" r:id="rId6"/>
    <p:sldId id="304" r:id="rId7"/>
    <p:sldId id="319" r:id="rId8"/>
    <p:sldId id="320" r:id="rId9"/>
    <p:sldId id="321" r:id="rId10"/>
    <p:sldId id="306" r:id="rId11"/>
    <p:sldId id="307" r:id="rId12"/>
    <p:sldId id="308" r:id="rId13"/>
    <p:sldId id="309" r:id="rId14"/>
    <p:sldId id="310" r:id="rId15"/>
    <p:sldId id="311" r:id="rId16"/>
    <p:sldId id="313" r:id="rId17"/>
    <p:sldId id="312" r:id="rId18"/>
    <p:sldId id="314" r:id="rId19"/>
    <p:sldId id="318" r:id="rId20"/>
    <p:sldId id="316" r:id="rId21"/>
    <p:sldId id="315" r:id="rId22"/>
    <p:sldId id="317" r:id="rId23"/>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F131ED-A080-41C8-AF11-1F2844E63701}" type="datetimeFigureOut">
              <a:rPr lang="th-TH" smtClean="0"/>
              <a:t>11/11/67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258113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31ED-A080-41C8-AF11-1F2844E63701}" type="datetimeFigureOut">
              <a:rPr lang="th-TH" smtClean="0"/>
              <a:t>11/11/67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2370989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4"/>
            <a:ext cx="10515600" cy="2852737"/>
          </a:xfrm>
        </p:spPr>
        <p:txBody>
          <a:bodyPr anchor="b">
            <a:normAutofit/>
          </a:bodyPr>
          <a:lstStyle>
            <a:lvl1pPr>
              <a:defRPr sz="6000" b="1"/>
            </a:lvl1pPr>
          </a:lstStyle>
          <a:p>
            <a:r>
              <a:rPr lang="en-US" dirty="0"/>
              <a:t>Click to edit Master title style</a:t>
            </a:r>
          </a:p>
        </p:txBody>
      </p:sp>
      <p:sp>
        <p:nvSpPr>
          <p:cNvPr id="3" name="Text Placeholder 2"/>
          <p:cNvSpPr>
            <a:spLocks noGrp="1"/>
          </p:cNvSpPr>
          <p:nvPr>
            <p:ph type="body" idx="1"/>
          </p:nvPr>
        </p:nvSpPr>
        <p:spPr>
          <a:xfrm>
            <a:off x="831851" y="4589469"/>
            <a:ext cx="10515600" cy="1500187"/>
          </a:xfrm>
        </p:spPr>
        <p:txBody>
          <a:bodyPr>
            <a:normAutofit/>
          </a:bodyPr>
          <a:lstStyle>
            <a:lvl1pPr marL="0" indent="0">
              <a:buNone/>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18F131ED-A080-41C8-AF11-1F2844E63701}" type="datetimeFigureOut">
              <a:rPr lang="th-TH" smtClean="0"/>
              <a:t>11/11/67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3158529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F131ED-A080-41C8-AF11-1F2844E63701}" type="datetimeFigureOut">
              <a:rPr lang="th-TH" smtClean="0"/>
              <a:t>11/11/67</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406001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334044"/>
            <a:ext cx="5203678"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9" y="2261406"/>
            <a:ext cx="5202089" cy="412230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27684" y="1334044"/>
            <a:ext cx="5226116"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27684" y="2261406"/>
            <a:ext cx="5227707" cy="412230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8F131ED-A080-41C8-AF11-1F2844E63701}" type="datetimeFigureOut">
              <a:rPr lang="th-TH" smtClean="0"/>
              <a:t>11/11/67</a:t>
            </a:fld>
            <a:endParaRPr lang="th-TH"/>
          </a:p>
        </p:txBody>
      </p:sp>
      <p:sp>
        <p:nvSpPr>
          <p:cNvPr id="8" name="Footer Placeholder 7"/>
          <p:cNvSpPr>
            <a:spLocks noGrp="1"/>
          </p:cNvSpPr>
          <p:nvPr>
            <p:ph type="ftr" sz="quarter" idx="11"/>
          </p:nvPr>
        </p:nvSpPr>
        <p:spPr/>
        <p:txBody>
          <a:bodyPr/>
          <a:lstStyle/>
          <a:p>
            <a:endParaRPr lang="th-TH"/>
          </a:p>
        </p:txBody>
      </p:sp>
      <p:sp>
        <p:nvSpPr>
          <p:cNvPr id="9" name="Slide Number Placeholder 8"/>
          <p:cNvSpPr>
            <a:spLocks noGrp="1"/>
          </p:cNvSpPr>
          <p:nvPr>
            <p:ph type="sldNum" sz="quarter" idx="12"/>
          </p:nvPr>
        </p:nvSpPr>
        <p:spPr/>
        <p:txBody>
          <a:bodyPr/>
          <a:lstStyle/>
          <a:p>
            <a:fld id="{18A77BEC-1DC1-4B56-A5D2-847ABAFA0A20}" type="slidenum">
              <a:rPr lang="th-TH" smtClean="0"/>
              <a:t>‹#›</a:t>
            </a:fld>
            <a:endParaRPr lang="th-TH"/>
          </a:p>
        </p:txBody>
      </p:sp>
      <p:sp>
        <p:nvSpPr>
          <p:cNvPr id="11" name="Title 1">
            <a:extLst>
              <a:ext uri="{FF2B5EF4-FFF2-40B4-BE49-F238E27FC236}">
                <a16:creationId xmlns:a16="http://schemas.microsoft.com/office/drawing/2014/main" id="{097B014B-136C-4027-8F6B-5749376E9363}"/>
              </a:ext>
            </a:extLst>
          </p:cNvPr>
          <p:cNvSpPr>
            <a:spLocks noGrp="1"/>
          </p:cNvSpPr>
          <p:nvPr>
            <p:ph type="title"/>
          </p:nvPr>
        </p:nvSpPr>
        <p:spPr>
          <a:xfrm>
            <a:off x="839788" y="365129"/>
            <a:ext cx="10515600" cy="865465"/>
          </a:xfrm>
        </p:spPr>
        <p:txBody>
          <a:bodyPr/>
          <a:lstStyle/>
          <a:p>
            <a:r>
              <a:rPr lang="en-US" dirty="0"/>
              <a:t>Click to edit Master title style</a:t>
            </a:r>
          </a:p>
        </p:txBody>
      </p:sp>
    </p:spTree>
    <p:extLst>
      <p:ext uri="{BB962C8B-B14F-4D97-AF65-F5344CB8AC3E}">
        <p14:creationId xmlns:p14="http://schemas.microsoft.com/office/powerpoint/2010/main" val="2280185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F131ED-A080-41C8-AF11-1F2844E63701}" type="datetimeFigureOut">
              <a:rPr lang="th-TH" smtClean="0"/>
              <a:t>11/11/67</a:t>
            </a:fld>
            <a:endParaRPr lang="th-TH"/>
          </a:p>
        </p:txBody>
      </p:sp>
      <p:sp>
        <p:nvSpPr>
          <p:cNvPr id="4" name="Footer Placeholder 3"/>
          <p:cNvSpPr>
            <a:spLocks noGrp="1"/>
          </p:cNvSpPr>
          <p:nvPr>
            <p:ph type="ftr" sz="quarter" idx="11"/>
          </p:nvPr>
        </p:nvSpPr>
        <p:spPr/>
        <p:txBody>
          <a:bodyPr/>
          <a:lstStyle/>
          <a:p>
            <a:endParaRPr lang="th-TH"/>
          </a:p>
        </p:txBody>
      </p:sp>
      <p:sp>
        <p:nvSpPr>
          <p:cNvPr id="5" name="Slide Number Placeholder 4"/>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337664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F131ED-A080-41C8-AF11-1F2844E63701}" type="datetimeFigureOut">
              <a:rPr lang="th-TH" smtClean="0"/>
              <a:t>11/11/67</a:t>
            </a:fld>
            <a:endParaRPr lang="th-TH"/>
          </a:p>
        </p:txBody>
      </p:sp>
      <p:sp>
        <p:nvSpPr>
          <p:cNvPr id="3" name="Footer Placeholder 2"/>
          <p:cNvSpPr>
            <a:spLocks noGrp="1"/>
          </p:cNvSpPr>
          <p:nvPr>
            <p:ph type="ftr" sz="quarter" idx="11"/>
          </p:nvPr>
        </p:nvSpPr>
        <p:spPr/>
        <p:txBody>
          <a:bodyPr/>
          <a:lstStyle/>
          <a:p>
            <a:endParaRPr lang="th-TH"/>
          </a:p>
        </p:txBody>
      </p:sp>
      <p:sp>
        <p:nvSpPr>
          <p:cNvPr id="4" name="Slide Number Placeholder 3"/>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3709068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31"/>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8F131ED-A080-41C8-AF11-1F2844E63701}" type="datetimeFigureOut">
              <a:rPr lang="th-TH" smtClean="0"/>
              <a:t>11/11/67</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709647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31"/>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8F131ED-A080-41C8-AF11-1F2844E63701}" type="datetimeFigureOut">
              <a:rPr lang="th-TH" smtClean="0"/>
              <a:t>11/11/67</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552879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31ED-A080-41C8-AF11-1F2844E63701}" type="datetimeFigureOut">
              <a:rPr lang="th-TH" smtClean="0"/>
              <a:t>11/11/67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1051921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31ED-A080-41C8-AF11-1F2844E63701}" type="datetimeFigureOut">
              <a:rPr lang="th-TH" smtClean="0"/>
              <a:t>11/11/67</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18A77BEC-1DC1-4B56-A5D2-847ABAFA0A20}" type="slidenum">
              <a:rPr lang="th-TH" smtClean="0"/>
              <a:t>‹#›</a:t>
            </a:fld>
            <a:endParaRPr lang="th-TH"/>
          </a:p>
        </p:txBody>
      </p:sp>
    </p:spTree>
    <p:extLst>
      <p:ext uri="{BB962C8B-B14F-4D97-AF65-F5344CB8AC3E}">
        <p14:creationId xmlns:p14="http://schemas.microsoft.com/office/powerpoint/2010/main" val="3727164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US"/>
              <a:t>Edit Master text styles</a:t>
            </a: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8A77BEC-1DC1-4B56-A5D2-847ABAFA0A20}" type="slidenum">
              <a:rPr lang="th-TH" smtClean="0"/>
              <a:t>‹#›</a:t>
            </a:fld>
            <a:endParaRPr lang="th-TH"/>
          </a:p>
        </p:txBody>
      </p:sp>
    </p:spTree>
    <p:extLst>
      <p:ext uri="{BB962C8B-B14F-4D97-AF65-F5344CB8AC3E}">
        <p14:creationId xmlns:p14="http://schemas.microsoft.com/office/powerpoint/2010/main" val="183905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8654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358781"/>
            <a:ext cx="10515600" cy="501638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492871"/>
            <a:ext cx="2743200" cy="228610"/>
          </a:xfrm>
          <a:prstGeom prst="rect">
            <a:avLst/>
          </a:prstGeom>
        </p:spPr>
        <p:txBody>
          <a:bodyPr vert="horz" lIns="91440" tIns="45720" rIns="91440" bIns="45720" rtlCol="0" anchor="ctr"/>
          <a:lstStyle>
            <a:lvl1pPr algn="l">
              <a:defRPr sz="1000">
                <a:solidFill>
                  <a:schemeClr val="tx1">
                    <a:tint val="75000"/>
                  </a:schemeClr>
                </a:solidFill>
                <a:latin typeface="Sarabun Light" panose="00000400000000000000" pitchFamily="2" charset="-34"/>
                <a:cs typeface="Sarabun Light" panose="00000400000000000000" pitchFamily="2" charset="-34"/>
              </a:defRPr>
            </a:lvl1pPr>
          </a:lstStyle>
          <a:p>
            <a:fld id="{18F131ED-A080-41C8-AF11-1F2844E63701}" type="datetimeFigureOut">
              <a:rPr lang="th-TH" smtClean="0"/>
              <a:pPr/>
              <a:t>11/11/67</a:t>
            </a:fld>
            <a:endParaRPr lang="th-TH"/>
          </a:p>
        </p:txBody>
      </p:sp>
      <p:sp>
        <p:nvSpPr>
          <p:cNvPr id="5" name="Footer Placeholder 4"/>
          <p:cNvSpPr>
            <a:spLocks noGrp="1"/>
          </p:cNvSpPr>
          <p:nvPr>
            <p:ph type="ftr" sz="quarter" idx="3"/>
          </p:nvPr>
        </p:nvSpPr>
        <p:spPr>
          <a:xfrm>
            <a:off x="4038600" y="6492871"/>
            <a:ext cx="4114800" cy="228610"/>
          </a:xfrm>
          <a:prstGeom prst="rect">
            <a:avLst/>
          </a:prstGeom>
        </p:spPr>
        <p:txBody>
          <a:bodyPr vert="horz" lIns="91440" tIns="45720" rIns="91440" bIns="45720" rtlCol="0" anchor="ctr"/>
          <a:lstStyle>
            <a:lvl1pPr algn="ctr">
              <a:defRPr sz="1000">
                <a:solidFill>
                  <a:schemeClr val="tx1">
                    <a:tint val="75000"/>
                  </a:schemeClr>
                </a:solidFill>
                <a:latin typeface="Sarabun Light" panose="00000400000000000000" pitchFamily="2" charset="-34"/>
                <a:cs typeface="Sarabun Light" panose="00000400000000000000" pitchFamily="2" charset="-34"/>
              </a:defRPr>
            </a:lvl1pPr>
          </a:lstStyle>
          <a:p>
            <a:endParaRPr lang="th-TH"/>
          </a:p>
        </p:txBody>
      </p:sp>
      <p:sp>
        <p:nvSpPr>
          <p:cNvPr id="6" name="Slide Number Placeholder 5"/>
          <p:cNvSpPr>
            <a:spLocks noGrp="1"/>
          </p:cNvSpPr>
          <p:nvPr>
            <p:ph type="sldNum" sz="quarter" idx="4"/>
          </p:nvPr>
        </p:nvSpPr>
        <p:spPr>
          <a:xfrm>
            <a:off x="8610600" y="6492871"/>
            <a:ext cx="2743200" cy="228610"/>
          </a:xfrm>
          <a:prstGeom prst="rect">
            <a:avLst/>
          </a:prstGeom>
        </p:spPr>
        <p:txBody>
          <a:bodyPr vert="horz" lIns="91440" tIns="45720" rIns="91440" bIns="45720" rtlCol="0" anchor="ctr"/>
          <a:lstStyle>
            <a:lvl1pPr algn="r">
              <a:defRPr sz="1000">
                <a:solidFill>
                  <a:schemeClr val="tx1">
                    <a:tint val="75000"/>
                  </a:schemeClr>
                </a:solidFill>
                <a:latin typeface="Sarabun Light" panose="00000400000000000000" pitchFamily="2" charset="-34"/>
                <a:cs typeface="Sarabun Light" panose="00000400000000000000" pitchFamily="2" charset="-34"/>
              </a:defRPr>
            </a:lvl1pPr>
          </a:lstStyle>
          <a:p>
            <a:fld id="{18A77BEC-1DC1-4B56-A5D2-847ABAFA0A20}" type="slidenum">
              <a:rPr lang="th-TH" smtClean="0"/>
              <a:pPr/>
              <a:t>‹#›</a:t>
            </a:fld>
            <a:endParaRPr lang="th-TH"/>
          </a:p>
        </p:txBody>
      </p:sp>
    </p:spTree>
    <p:extLst>
      <p:ext uri="{BB962C8B-B14F-4D97-AF65-F5344CB8AC3E}">
        <p14:creationId xmlns:p14="http://schemas.microsoft.com/office/powerpoint/2010/main" val="6028885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3600" b="0" kern="1200">
          <a:solidFill>
            <a:srgbClr val="FFC000"/>
          </a:solidFill>
          <a:latin typeface="Sarabun" panose="00000500000000000000" pitchFamily="2" charset="-34"/>
          <a:ea typeface="+mj-ea"/>
          <a:cs typeface="Sarabun" panose="00000500000000000000" pitchFamily="2" charset="-34"/>
        </a:defRPr>
      </a:lvl1pPr>
    </p:titleStyle>
    <p:bodyStyle>
      <a:lvl1pPr marL="228600" indent="-228600" algn="l" defTabSz="914400" rtl="0" eaLnBrk="1" latinLnBrk="0" hangingPunct="1">
        <a:lnSpc>
          <a:spcPct val="135000"/>
        </a:lnSpc>
        <a:spcBef>
          <a:spcPts val="1000"/>
        </a:spcBef>
        <a:buFont typeface="Arial" panose="020B0604020202020204" pitchFamily="34" charset="0"/>
        <a:buChar char="•"/>
        <a:defRPr sz="2800" kern="1200">
          <a:solidFill>
            <a:schemeClr val="tx1"/>
          </a:solidFill>
          <a:latin typeface="+mj-lt"/>
          <a:ea typeface="+mn-ea"/>
          <a:cs typeface="Sarabun Light" panose="00000400000000000000" pitchFamily="2" charset="-34"/>
        </a:defRPr>
      </a:lvl1pPr>
      <a:lvl2pPr marL="685800" indent="-228600" algn="l" defTabSz="914400" rtl="0" eaLnBrk="1" latinLnBrk="0" hangingPunct="1">
        <a:lnSpc>
          <a:spcPct val="135000"/>
        </a:lnSpc>
        <a:spcBef>
          <a:spcPts val="500"/>
        </a:spcBef>
        <a:buFont typeface="Arial" panose="020B0604020202020204" pitchFamily="34" charset="0"/>
        <a:buChar char="•"/>
        <a:defRPr sz="2400" kern="1200">
          <a:solidFill>
            <a:schemeClr val="tx1"/>
          </a:solidFill>
          <a:latin typeface="+mj-lt"/>
          <a:ea typeface="+mn-ea"/>
          <a:cs typeface="Sarabun Light" panose="00000400000000000000" pitchFamily="2" charset="-34"/>
        </a:defRPr>
      </a:lvl2pPr>
      <a:lvl3pPr marL="1143000" indent="-228600" algn="l" defTabSz="914400" rtl="0" eaLnBrk="1" latinLnBrk="0" hangingPunct="1">
        <a:lnSpc>
          <a:spcPct val="135000"/>
        </a:lnSpc>
        <a:spcBef>
          <a:spcPts val="500"/>
        </a:spcBef>
        <a:buFont typeface="Arial" panose="020B0604020202020204" pitchFamily="34" charset="0"/>
        <a:buChar char="•"/>
        <a:defRPr sz="2000" kern="1200">
          <a:solidFill>
            <a:schemeClr val="tx1"/>
          </a:solidFill>
          <a:latin typeface="+mj-lt"/>
          <a:ea typeface="+mn-ea"/>
          <a:cs typeface="Sarabun Light" panose="00000400000000000000" pitchFamily="2" charset="-34"/>
        </a:defRPr>
      </a:lvl3pPr>
      <a:lvl4pPr marL="1600200" indent="-228600" algn="l" defTabSz="914400" rtl="0" eaLnBrk="1" latinLnBrk="0" hangingPunct="1">
        <a:lnSpc>
          <a:spcPct val="135000"/>
        </a:lnSpc>
        <a:spcBef>
          <a:spcPts val="500"/>
        </a:spcBef>
        <a:buFont typeface="Arial" panose="020B0604020202020204" pitchFamily="34" charset="0"/>
        <a:buChar char="•"/>
        <a:defRPr sz="1800" kern="1200">
          <a:solidFill>
            <a:schemeClr val="tx1"/>
          </a:solidFill>
          <a:latin typeface="+mj-lt"/>
          <a:ea typeface="+mn-ea"/>
          <a:cs typeface="Sarabun Light" panose="00000400000000000000" pitchFamily="2" charset="-34"/>
        </a:defRPr>
      </a:lvl4pPr>
      <a:lvl5pPr marL="2057400" indent="-228600" algn="l" defTabSz="914400" rtl="0" eaLnBrk="1" latinLnBrk="0" hangingPunct="1">
        <a:lnSpc>
          <a:spcPct val="135000"/>
        </a:lnSpc>
        <a:spcBef>
          <a:spcPts val="500"/>
        </a:spcBef>
        <a:buFont typeface="Arial" panose="020B0604020202020204" pitchFamily="34" charset="0"/>
        <a:buChar char="•"/>
        <a:defRPr sz="1800" kern="1200">
          <a:solidFill>
            <a:schemeClr val="tx1"/>
          </a:solidFill>
          <a:latin typeface="+mj-lt"/>
          <a:ea typeface="+mn-ea"/>
          <a:cs typeface="Sarabun Light" panose="00000400000000000000" pitchFamily="2"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40.png"/><Relationship Id="rId7" Type="http://schemas.openxmlformats.org/officeDocument/2006/relationships/image" Target="../media/image180.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0.png"/><Relationship Id="rId4" Type="http://schemas.openxmlformats.org/officeDocument/2006/relationships/image" Target="../media/image150.png"/></Relationships>
</file>

<file path=ppt/slides/_rels/slide12.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80.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0.png"/><Relationship Id="rId4" Type="http://schemas.openxmlformats.org/officeDocument/2006/relationships/image" Target="../media/image150.png"/></Relationships>
</file>

<file path=ppt/slides/_rels/slide1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2.xml"/><Relationship Id="rId4" Type="http://schemas.openxmlformats.org/officeDocument/2006/relationships/image" Target="../media/image210.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2.xml"/><Relationship Id="rId11" Type="http://schemas.openxmlformats.org/officeDocument/2006/relationships/image" Target="../media/image31.png"/><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26.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25.png"/><Relationship Id="rId5" Type="http://schemas.openxmlformats.org/officeDocument/2006/relationships/image" Target="../media/image43.png"/><Relationship Id="rId10" Type="http://schemas.openxmlformats.org/officeDocument/2006/relationships/image" Target="../media/image24.png"/><Relationship Id="rId4" Type="http://schemas.openxmlformats.org/officeDocument/2006/relationships/image" Target="../media/image42.png"/><Relationship Id="rId9"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09A5-429B-44CE-B03F-85F5C7CA9B8D}"/>
              </a:ext>
            </a:extLst>
          </p:cNvPr>
          <p:cNvSpPr>
            <a:spLocks noGrp="1"/>
          </p:cNvSpPr>
          <p:nvPr>
            <p:ph type="ctrTitle"/>
          </p:nvPr>
        </p:nvSpPr>
        <p:spPr/>
        <p:txBody>
          <a:bodyPr/>
          <a:lstStyle/>
          <a:p>
            <a:r>
              <a:rPr lang="en-US" dirty="0"/>
              <a:t>AVL Tree</a:t>
            </a:r>
            <a:endParaRPr lang="th-TH" dirty="0"/>
          </a:p>
        </p:txBody>
      </p:sp>
      <p:sp>
        <p:nvSpPr>
          <p:cNvPr id="3" name="Subtitle 2">
            <a:extLst>
              <a:ext uri="{FF2B5EF4-FFF2-40B4-BE49-F238E27FC236}">
                <a16:creationId xmlns:a16="http://schemas.microsoft.com/office/drawing/2014/main" id="{AACDDFEF-594A-404E-8299-04659F06F7EA}"/>
              </a:ext>
            </a:extLst>
          </p:cNvPr>
          <p:cNvSpPr>
            <a:spLocks noGrp="1"/>
          </p:cNvSpPr>
          <p:nvPr>
            <p:ph type="subTitle" idx="1"/>
          </p:nvPr>
        </p:nvSpPr>
        <p:spPr/>
        <p:txBody>
          <a:bodyPr/>
          <a:lstStyle/>
          <a:p>
            <a:r>
              <a:rPr lang="en-US" dirty="0"/>
              <a:t>Binary Tree with value condition</a:t>
            </a:r>
            <a:endParaRPr lang="th-TH" dirty="0"/>
          </a:p>
        </p:txBody>
      </p:sp>
      <p:sp>
        <p:nvSpPr>
          <p:cNvPr id="4" name="TextBox 3">
            <a:extLst>
              <a:ext uri="{FF2B5EF4-FFF2-40B4-BE49-F238E27FC236}">
                <a16:creationId xmlns:a16="http://schemas.microsoft.com/office/drawing/2014/main" id="{3DF9B8DE-8DD9-4D53-81F5-15A857603A3D}"/>
              </a:ext>
            </a:extLst>
          </p:cNvPr>
          <p:cNvSpPr txBox="1"/>
          <p:nvPr/>
        </p:nvSpPr>
        <p:spPr>
          <a:xfrm>
            <a:off x="0" y="6334780"/>
            <a:ext cx="12192000" cy="523220"/>
          </a:xfrm>
          <a:prstGeom prst="rect">
            <a:avLst/>
          </a:prstGeom>
          <a:solidFill>
            <a:srgbClr val="FFC000"/>
          </a:solidFill>
        </p:spPr>
        <p:txBody>
          <a:bodyPr wrap="square" rtlCol="0">
            <a:spAutoFit/>
          </a:bodyPr>
          <a:lstStyle/>
          <a:p>
            <a:r>
              <a:rPr lang="en-US" dirty="0">
                <a:solidFill>
                  <a:schemeClr val="bg1"/>
                </a:solidFill>
                <a:latin typeface="Corbel" panose="020B0503020204020204" pitchFamily="34" charset="0"/>
              </a:rPr>
              <a:t>Nattee Niparnan</a:t>
            </a:r>
            <a:endParaRPr lang="th-TH" dirty="0">
              <a:solidFill>
                <a:schemeClr val="bg1"/>
              </a:solidFill>
              <a:latin typeface="Corbel" panose="020B0503020204020204" pitchFamily="34" charset="0"/>
            </a:endParaRPr>
          </a:p>
        </p:txBody>
      </p:sp>
    </p:spTree>
    <p:extLst>
      <p:ext uri="{BB962C8B-B14F-4D97-AF65-F5344CB8AC3E}">
        <p14:creationId xmlns:p14="http://schemas.microsoft.com/office/powerpoint/2010/main" val="43264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396FA-3A13-432A-99DB-21593EB41F87}"/>
              </a:ext>
            </a:extLst>
          </p:cNvPr>
          <p:cNvSpPr>
            <a:spLocks noGrp="1"/>
          </p:cNvSpPr>
          <p:nvPr>
            <p:ph type="title"/>
          </p:nvPr>
        </p:nvSpPr>
        <p:spPr/>
        <p:txBody>
          <a:bodyPr/>
          <a:lstStyle/>
          <a:p>
            <a:r>
              <a:rPr lang="en-US"/>
              <a:t>Overview</a:t>
            </a:r>
            <a:endParaRPr lang="th-TH" dirty="0"/>
          </a:p>
        </p:txBody>
      </p:sp>
      <p:sp>
        <p:nvSpPr>
          <p:cNvPr id="3" name="Content Placeholder 2">
            <a:extLst>
              <a:ext uri="{FF2B5EF4-FFF2-40B4-BE49-F238E27FC236}">
                <a16:creationId xmlns:a16="http://schemas.microsoft.com/office/drawing/2014/main" id="{12F6FC46-0E46-4DCA-BEDD-5B6B4CE34468}"/>
              </a:ext>
            </a:extLst>
          </p:cNvPr>
          <p:cNvSpPr>
            <a:spLocks noGrp="1"/>
          </p:cNvSpPr>
          <p:nvPr>
            <p:ph idx="1"/>
          </p:nvPr>
        </p:nvSpPr>
        <p:spPr>
          <a:xfrm>
            <a:off x="838200" y="1358781"/>
            <a:ext cx="10515600" cy="4886823"/>
          </a:xfrm>
        </p:spPr>
        <p:txBody>
          <a:bodyPr>
            <a:normAutofit fontScale="77500" lnSpcReduction="20000"/>
          </a:bodyPr>
          <a:lstStyle/>
          <a:p>
            <a:pPr>
              <a:lnSpc>
                <a:spcPct val="130000"/>
              </a:lnSpc>
            </a:pPr>
            <a:r>
              <a:rPr lang="en-US" dirty="0">
                <a:latin typeface="Sarabun ExtraLight" panose="00000300000000000000" pitchFamily="2" charset="-34"/>
                <a:cs typeface="Sarabun ExtraLight" panose="00000300000000000000" pitchFamily="2" charset="-34"/>
              </a:rPr>
              <a:t>Performance of a Binary Search Tree </a:t>
            </a:r>
            <a:r>
              <a:rPr lang="en-US" dirty="0">
                <a:solidFill>
                  <a:schemeClr val="accent5"/>
                </a:solidFill>
                <a:latin typeface="Sarabun ExtraLight" panose="00000300000000000000" pitchFamily="2" charset="-34"/>
                <a:cs typeface="Sarabun ExtraLight" panose="00000300000000000000" pitchFamily="2" charset="-34"/>
              </a:rPr>
              <a:t>depends on its height </a:t>
            </a:r>
            <a:r>
              <a:rPr lang="en-US" dirty="0">
                <a:latin typeface="Sarabun ExtraLight" panose="00000300000000000000" pitchFamily="2" charset="-34"/>
                <a:cs typeface="Sarabun ExtraLight" panose="00000300000000000000" pitchFamily="2" charset="-34"/>
              </a:rPr>
              <a:t>(h)</a:t>
            </a:r>
          </a:p>
          <a:p>
            <a:pPr lvl="1">
              <a:lnSpc>
                <a:spcPct val="130000"/>
              </a:lnSpc>
            </a:pPr>
            <a:r>
              <a:rPr lang="en-US" dirty="0">
                <a:latin typeface="Sarabun ExtraLight" panose="00000300000000000000" pitchFamily="2" charset="-34"/>
                <a:cs typeface="Sarabun ExtraLight" panose="00000300000000000000" pitchFamily="2" charset="-34"/>
              </a:rPr>
              <a:t>A BST of n nodes has a wide range of possible height, lg(n) &lt;= h &lt;= n-1</a:t>
            </a:r>
          </a:p>
          <a:p>
            <a:pPr lvl="1">
              <a:lnSpc>
                <a:spcPct val="130000"/>
              </a:lnSpc>
            </a:pPr>
            <a:r>
              <a:rPr lang="en-US" dirty="0">
                <a:latin typeface="Sarabun ExtraLight" panose="00000300000000000000" pitchFamily="2" charset="-34"/>
                <a:cs typeface="Sarabun ExtraLight" panose="00000300000000000000" pitchFamily="2" charset="-34"/>
              </a:rPr>
              <a:t>The best case is very good (logarithmic) while the worst case is bad (linear)</a:t>
            </a:r>
          </a:p>
          <a:p>
            <a:pPr>
              <a:lnSpc>
                <a:spcPct val="130000"/>
              </a:lnSpc>
            </a:pPr>
            <a:r>
              <a:rPr lang="en-US" dirty="0">
                <a:solidFill>
                  <a:schemeClr val="accent4"/>
                </a:solidFill>
                <a:latin typeface="Sarabun ExtraLight" panose="00000300000000000000" pitchFamily="2" charset="-34"/>
                <a:cs typeface="Sarabun ExtraLight" panose="00000300000000000000" pitchFamily="2" charset="-34"/>
              </a:rPr>
              <a:t>AVL Tree </a:t>
            </a:r>
            <a:r>
              <a:rPr lang="en-US" dirty="0">
                <a:latin typeface="Sarabun ExtraLight" panose="00000300000000000000" pitchFamily="2" charset="-34"/>
                <a:cs typeface="Sarabun ExtraLight" panose="00000300000000000000" pitchFamily="2" charset="-34"/>
              </a:rPr>
              <a:t>introduces additional constraint on the structure of the tree, called </a:t>
            </a:r>
            <a:r>
              <a:rPr lang="en-US" dirty="0">
                <a:solidFill>
                  <a:schemeClr val="accent3"/>
                </a:solidFill>
                <a:latin typeface="Sarabun ExtraLight" panose="00000300000000000000" pitchFamily="2" charset="-34"/>
                <a:cs typeface="Sarabun ExtraLight" panose="00000300000000000000" pitchFamily="2" charset="-34"/>
              </a:rPr>
              <a:t>balance constraint </a:t>
            </a:r>
          </a:p>
          <a:p>
            <a:pPr lvl="1">
              <a:lnSpc>
                <a:spcPct val="130000"/>
              </a:lnSpc>
            </a:pPr>
            <a:r>
              <a:rPr lang="en-US" dirty="0">
                <a:latin typeface="Sarabun ExtraLight" panose="00000300000000000000" pitchFamily="2" charset="-34"/>
                <a:cs typeface="Sarabun ExtraLight" panose="00000300000000000000" pitchFamily="2" charset="-34"/>
              </a:rPr>
              <a:t>For any node, the </a:t>
            </a:r>
            <a:r>
              <a:rPr lang="en-US" dirty="0">
                <a:solidFill>
                  <a:schemeClr val="accent1"/>
                </a:solidFill>
                <a:latin typeface="Sarabun ExtraLight" panose="00000300000000000000" pitchFamily="2" charset="-34"/>
                <a:cs typeface="Sarabun ExtraLight" panose="00000300000000000000" pitchFamily="2" charset="-34"/>
              </a:rPr>
              <a:t>difference between the height </a:t>
            </a:r>
            <a:r>
              <a:rPr lang="en-US" dirty="0">
                <a:latin typeface="Sarabun ExtraLight" panose="00000300000000000000" pitchFamily="2" charset="-34"/>
                <a:cs typeface="Sarabun ExtraLight" panose="00000300000000000000" pitchFamily="2" charset="-34"/>
              </a:rPr>
              <a:t>of the </a:t>
            </a:r>
            <a:r>
              <a:rPr lang="en-US" dirty="0" err="1">
                <a:latin typeface="Sarabun ExtraLight" panose="00000300000000000000" pitchFamily="2" charset="-34"/>
                <a:cs typeface="Sarabun ExtraLight" panose="00000300000000000000" pitchFamily="2" charset="-34"/>
              </a:rPr>
              <a:t>the</a:t>
            </a:r>
            <a:r>
              <a:rPr lang="en-US" dirty="0">
                <a:latin typeface="Sarabun ExtraLight" panose="00000300000000000000" pitchFamily="2" charset="-34"/>
                <a:cs typeface="Sarabun ExtraLight" panose="00000300000000000000" pitchFamily="2" charset="-34"/>
              </a:rPr>
              <a:t> node’s subtree and right subtree </a:t>
            </a:r>
            <a:r>
              <a:rPr lang="en-US" dirty="0">
                <a:solidFill>
                  <a:schemeClr val="accent1"/>
                </a:solidFill>
                <a:latin typeface="Sarabun ExtraLight" panose="00000300000000000000" pitchFamily="2" charset="-34"/>
                <a:cs typeface="Sarabun ExtraLight" panose="00000300000000000000" pitchFamily="2" charset="-34"/>
              </a:rPr>
              <a:t>cannot be larger than 1</a:t>
            </a:r>
          </a:p>
          <a:p>
            <a:pPr lvl="1">
              <a:lnSpc>
                <a:spcPct val="130000"/>
              </a:lnSpc>
            </a:pPr>
            <a:r>
              <a:rPr lang="en-US" dirty="0">
                <a:latin typeface="Sarabun ExtraLight" panose="00000300000000000000" pitchFamily="2" charset="-34"/>
                <a:cs typeface="Sarabun ExtraLight" panose="00000300000000000000" pitchFamily="2" charset="-34"/>
              </a:rPr>
              <a:t>To enforce this constraint, we use several kind of </a:t>
            </a:r>
            <a:r>
              <a:rPr lang="en-US" dirty="0">
                <a:solidFill>
                  <a:schemeClr val="accent2"/>
                </a:solidFill>
                <a:latin typeface="Sarabun ExtraLight" panose="00000300000000000000" pitchFamily="2" charset="-34"/>
                <a:cs typeface="Sarabun ExtraLight" panose="00000300000000000000" pitchFamily="2" charset="-34"/>
              </a:rPr>
              <a:t>rotation operations </a:t>
            </a:r>
            <a:r>
              <a:rPr lang="en-US" dirty="0">
                <a:latin typeface="Sarabun ExtraLight" panose="00000300000000000000" pitchFamily="2" charset="-34"/>
                <a:cs typeface="Sarabun ExtraLight" panose="00000300000000000000" pitchFamily="2" charset="-34"/>
              </a:rPr>
              <a:t>on nodes. </a:t>
            </a:r>
          </a:p>
          <a:p>
            <a:pPr lvl="1">
              <a:lnSpc>
                <a:spcPct val="130000"/>
              </a:lnSpc>
            </a:pPr>
            <a:r>
              <a:rPr lang="en-US" dirty="0">
                <a:latin typeface="Sarabun ExtraLight" panose="00000300000000000000" pitchFamily="2" charset="-34"/>
                <a:cs typeface="Sarabun ExtraLight" panose="00000300000000000000" pitchFamily="2" charset="-34"/>
              </a:rPr>
              <a:t>These operations are applied when the tree is modified and applied on every nodes on the path from the modifying node to the root. Hence, this operation is additional O(h) to insert / erase</a:t>
            </a:r>
          </a:p>
          <a:p>
            <a:pPr>
              <a:lnSpc>
                <a:spcPct val="130000"/>
              </a:lnSpc>
            </a:pPr>
            <a:r>
              <a:rPr lang="en-US" dirty="0">
                <a:latin typeface="Sarabun ExtraLight" panose="00000300000000000000" pitchFamily="2" charset="-34"/>
                <a:cs typeface="Sarabun ExtraLight" panose="00000300000000000000" pitchFamily="2" charset="-34"/>
              </a:rPr>
              <a:t>We can show that this makes the </a:t>
            </a:r>
            <a:r>
              <a:rPr lang="en-US" dirty="0">
                <a:solidFill>
                  <a:schemeClr val="accent4"/>
                </a:solidFill>
                <a:latin typeface="Sarabun ExtraLight" panose="00000300000000000000" pitchFamily="2" charset="-34"/>
                <a:cs typeface="Sarabun ExtraLight" panose="00000300000000000000" pitchFamily="2" charset="-34"/>
              </a:rPr>
              <a:t>height of the tree as O(log n)</a:t>
            </a:r>
          </a:p>
          <a:p>
            <a:pPr>
              <a:lnSpc>
                <a:spcPct val="130000"/>
              </a:lnSpc>
            </a:pPr>
            <a:r>
              <a:rPr lang="en-US" dirty="0">
                <a:latin typeface="Sarabun ExtraLight" panose="00000300000000000000" pitchFamily="2" charset="-34"/>
                <a:cs typeface="Sarabun ExtraLight" panose="00000300000000000000" pitchFamily="2" charset="-34"/>
              </a:rPr>
              <a:t>AVL Tree is named after </a:t>
            </a:r>
            <a:r>
              <a:rPr lang="en-US" b="1" dirty="0">
                <a:solidFill>
                  <a:schemeClr val="accent5"/>
                </a:solidFill>
              </a:rPr>
              <a:t>A</a:t>
            </a:r>
            <a:r>
              <a:rPr lang="en-US" dirty="0">
                <a:solidFill>
                  <a:schemeClr val="accent3"/>
                </a:solidFill>
              </a:rPr>
              <a:t>delson-</a:t>
            </a:r>
            <a:r>
              <a:rPr lang="en-US" b="1" dirty="0" err="1">
                <a:solidFill>
                  <a:schemeClr val="accent5"/>
                </a:solidFill>
              </a:rPr>
              <a:t>V</a:t>
            </a:r>
            <a:r>
              <a:rPr lang="en-US" dirty="0" err="1">
                <a:solidFill>
                  <a:schemeClr val="accent3"/>
                </a:solidFill>
              </a:rPr>
              <a:t>elsky</a:t>
            </a:r>
            <a:r>
              <a:rPr lang="en-US" dirty="0"/>
              <a:t> and </a:t>
            </a:r>
            <a:r>
              <a:rPr lang="en-US" b="1" dirty="0">
                <a:solidFill>
                  <a:schemeClr val="accent5"/>
                </a:solidFill>
              </a:rPr>
              <a:t>L</a:t>
            </a:r>
            <a:r>
              <a:rPr lang="en-US" dirty="0">
                <a:solidFill>
                  <a:schemeClr val="accent1"/>
                </a:solidFill>
              </a:rPr>
              <a:t>andis</a:t>
            </a:r>
            <a:endParaRPr lang="en-US" dirty="0">
              <a:solidFill>
                <a:schemeClr val="accent1"/>
              </a:solidFill>
              <a:latin typeface="Sarabun ExtraLight" panose="00000300000000000000" pitchFamily="2" charset="-34"/>
              <a:cs typeface="Sarabun ExtraLight" panose="00000300000000000000" pitchFamily="2" charset="-34"/>
            </a:endParaRPr>
          </a:p>
        </p:txBody>
      </p:sp>
    </p:spTree>
    <p:extLst>
      <p:ext uri="{BB962C8B-B14F-4D97-AF65-F5344CB8AC3E}">
        <p14:creationId xmlns:p14="http://schemas.microsoft.com/office/powerpoint/2010/main" val="311102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1DEA-7AE0-C4BA-BEB9-E75EEAB72AF7}"/>
              </a:ext>
            </a:extLst>
          </p:cNvPr>
          <p:cNvSpPr>
            <a:spLocks noGrp="1"/>
          </p:cNvSpPr>
          <p:nvPr>
            <p:ph type="title"/>
          </p:nvPr>
        </p:nvSpPr>
        <p:spPr/>
        <p:txBody>
          <a:bodyPr/>
          <a:lstStyle/>
          <a:p>
            <a:r>
              <a:rPr lang="en-US" dirty="0"/>
              <a:t>How likely a bad tree may happen?</a:t>
            </a:r>
          </a:p>
        </p:txBody>
      </p:sp>
      <p:sp>
        <p:nvSpPr>
          <p:cNvPr id="3" name="Content Placeholder 2">
            <a:extLst>
              <a:ext uri="{FF2B5EF4-FFF2-40B4-BE49-F238E27FC236}">
                <a16:creationId xmlns:a16="http://schemas.microsoft.com/office/drawing/2014/main" id="{C61BEE92-3CEC-8EB3-A72F-DCF952CFEC92}"/>
              </a:ext>
            </a:extLst>
          </p:cNvPr>
          <p:cNvSpPr>
            <a:spLocks noGrp="1"/>
          </p:cNvSpPr>
          <p:nvPr>
            <p:ph idx="1"/>
          </p:nvPr>
        </p:nvSpPr>
        <p:spPr>
          <a:xfrm>
            <a:off x="838200" y="1358781"/>
            <a:ext cx="8033238" cy="4426557"/>
          </a:xfrm>
        </p:spPr>
        <p:txBody>
          <a:bodyPr>
            <a:normAutofit fontScale="70000" lnSpcReduction="20000"/>
          </a:bodyPr>
          <a:lstStyle/>
          <a:p>
            <a:r>
              <a:rPr lang="en-US" dirty="0"/>
              <a:t>A bad tree is, </a:t>
            </a:r>
            <a:r>
              <a:rPr lang="en-US" dirty="0">
                <a:solidFill>
                  <a:schemeClr val="accent6"/>
                </a:solidFill>
              </a:rPr>
              <a:t>on uniform data assumption</a:t>
            </a:r>
            <a:r>
              <a:rPr lang="en-US" dirty="0"/>
              <a:t>, is unlikely to happen</a:t>
            </a:r>
          </a:p>
          <a:p>
            <a:pPr lvl="1"/>
            <a:r>
              <a:rPr lang="en-US" dirty="0"/>
              <a:t>Even though there are several possible bad trees, but the number is very small</a:t>
            </a:r>
          </a:p>
          <a:p>
            <a:pPr lvl="1"/>
            <a:r>
              <a:rPr lang="en-US" dirty="0"/>
              <a:t>Consider a tree of n node (1 to n). The worst possible height is n-1. There is (n-1)! possible trees but only 2</a:t>
            </a:r>
            <a:r>
              <a:rPr lang="en-US" baseline="30000" dirty="0"/>
              <a:t>(n-1) </a:t>
            </a:r>
            <a:r>
              <a:rPr lang="en-US" dirty="0"/>
              <a:t>trees are of height (n-1)</a:t>
            </a:r>
          </a:p>
          <a:p>
            <a:r>
              <a:rPr lang="en-US" dirty="0"/>
              <a:t>With the assumption of uniform insertion, it is proven that the expected </a:t>
            </a:r>
            <a:r>
              <a:rPr lang="en-US" dirty="0">
                <a:solidFill>
                  <a:schemeClr val="accent4"/>
                </a:solidFill>
              </a:rPr>
              <a:t>height of a binary search tree </a:t>
            </a:r>
            <a:r>
              <a:rPr lang="en-US" dirty="0"/>
              <a:t>is approximately </a:t>
            </a:r>
            <a:r>
              <a:rPr lang="en-US" dirty="0">
                <a:solidFill>
                  <a:schemeClr val="accent4"/>
                </a:solidFill>
              </a:rPr>
              <a:t>4.31107 log n</a:t>
            </a:r>
          </a:p>
          <a:p>
            <a:pPr lvl="1"/>
            <a:r>
              <a:rPr lang="en-US" dirty="0"/>
              <a:t>This means that, on average, the height of a BST is O(lg n)</a:t>
            </a:r>
          </a:p>
          <a:p>
            <a:r>
              <a:rPr lang="en-US" dirty="0"/>
              <a:t>However, </a:t>
            </a:r>
            <a:r>
              <a:rPr lang="en-US" dirty="0">
                <a:solidFill>
                  <a:schemeClr val="accent6"/>
                </a:solidFill>
              </a:rPr>
              <a:t>in</a:t>
            </a:r>
            <a:r>
              <a:rPr lang="en-US" dirty="0"/>
              <a:t> </a:t>
            </a:r>
            <a:r>
              <a:rPr lang="en-US" dirty="0">
                <a:solidFill>
                  <a:schemeClr val="accent6"/>
                </a:solidFill>
              </a:rPr>
              <a:t>practice</a:t>
            </a:r>
            <a:r>
              <a:rPr lang="en-US" dirty="0"/>
              <a:t>, the </a:t>
            </a:r>
            <a:r>
              <a:rPr lang="en-US" dirty="0">
                <a:solidFill>
                  <a:schemeClr val="accent2"/>
                </a:solidFill>
              </a:rPr>
              <a:t>bad sequence is more likely to happen </a:t>
            </a:r>
            <a:r>
              <a:rPr lang="en-US" dirty="0"/>
              <a:t>because a bad sequence is when the </a:t>
            </a:r>
            <a:r>
              <a:rPr lang="en-US" dirty="0">
                <a:solidFill>
                  <a:schemeClr val="accent5"/>
                </a:solidFill>
              </a:rPr>
              <a:t>data is sort </a:t>
            </a:r>
            <a:r>
              <a:rPr lang="en-US" dirty="0"/>
              <a:t>(or partially sorted). This kind of data happens more frequently in practice</a:t>
            </a:r>
          </a:p>
          <a:p>
            <a:pPr lvl="1"/>
            <a:endParaRPr lang="en-US" dirty="0"/>
          </a:p>
        </p:txBody>
      </p:sp>
      <p:cxnSp>
        <p:nvCxnSpPr>
          <p:cNvPr id="4" name="Straight Connector 3">
            <a:extLst>
              <a:ext uri="{FF2B5EF4-FFF2-40B4-BE49-F238E27FC236}">
                <a16:creationId xmlns:a16="http://schemas.microsoft.com/office/drawing/2014/main" id="{D5E24B12-AE81-5212-F25F-92913B316D94}"/>
              </a:ext>
            </a:extLst>
          </p:cNvPr>
          <p:cNvCxnSpPr>
            <a:cxnSpLocks/>
            <a:stCxn id="9" idx="1"/>
            <a:endCxn id="11" idx="1"/>
          </p:cNvCxnSpPr>
          <p:nvPr/>
        </p:nvCxnSpPr>
        <p:spPr>
          <a:xfrm flipV="1">
            <a:off x="10479202" y="1380012"/>
            <a:ext cx="504131" cy="56092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F7535E2-FA3D-DC11-4F17-0F3A7DB07955}"/>
              </a:ext>
            </a:extLst>
          </p:cNvPr>
          <p:cNvCxnSpPr>
            <a:cxnSpLocks/>
            <a:stCxn id="10" idx="1"/>
            <a:endCxn id="12" idx="1"/>
          </p:cNvCxnSpPr>
          <p:nvPr/>
        </p:nvCxnSpPr>
        <p:spPr>
          <a:xfrm flipH="1">
            <a:off x="9673670" y="2434620"/>
            <a:ext cx="386367" cy="5546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D0D7E15-D308-FD90-5865-90082F72FCD0}"/>
              </a:ext>
            </a:extLst>
          </p:cNvPr>
          <p:cNvCxnSpPr>
            <a:cxnSpLocks/>
            <a:stCxn id="12" idx="1"/>
            <a:endCxn id="13" idx="1"/>
          </p:cNvCxnSpPr>
          <p:nvPr/>
        </p:nvCxnSpPr>
        <p:spPr>
          <a:xfrm>
            <a:off x="9673670" y="2989299"/>
            <a:ext cx="386367" cy="56065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C719BD-0ECD-9911-88D6-A681F2A5E95D}"/>
              </a:ext>
            </a:extLst>
          </p:cNvPr>
          <p:cNvCxnSpPr>
            <a:cxnSpLocks/>
            <a:stCxn id="13" idx="1"/>
            <a:endCxn id="14" idx="1"/>
          </p:cNvCxnSpPr>
          <p:nvPr/>
        </p:nvCxnSpPr>
        <p:spPr>
          <a:xfrm>
            <a:off x="10060037" y="3549955"/>
            <a:ext cx="422380" cy="55209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56F74F5-34D8-D386-6FEE-65DD72FF6D1A}"/>
              </a:ext>
            </a:extLst>
          </p:cNvPr>
          <p:cNvCxnSpPr>
            <a:cxnSpLocks/>
            <a:stCxn id="10" idx="1"/>
            <a:endCxn id="9" idx="1"/>
          </p:cNvCxnSpPr>
          <p:nvPr/>
        </p:nvCxnSpPr>
        <p:spPr>
          <a:xfrm flipV="1">
            <a:off x="10060037" y="1940932"/>
            <a:ext cx="419165" cy="49368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Arc 8">
            <a:extLst>
              <a:ext uri="{FF2B5EF4-FFF2-40B4-BE49-F238E27FC236}">
                <a16:creationId xmlns:a16="http://schemas.microsoft.com/office/drawing/2014/main" id="{9C51D395-77B9-896A-B365-0BEEF9714513}"/>
              </a:ext>
            </a:extLst>
          </p:cNvPr>
          <p:cNvSpPr/>
          <p:nvPr/>
        </p:nvSpPr>
        <p:spPr>
          <a:xfrm>
            <a:off x="10287734" y="174946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lIns="0" tIns="0" rIns="0" bIns="0" rtlCol="0" anchor="ctr"/>
          <a:lstStyle/>
          <a:p>
            <a:pPr algn="ctr"/>
            <a:r>
              <a:rPr lang="en-US" sz="2000" dirty="0">
                <a:solidFill>
                  <a:sysClr val="windowText" lastClr="000000"/>
                </a:solidFill>
              </a:rPr>
              <a:t>5</a:t>
            </a:r>
            <a:endParaRPr lang="th-TH" sz="2000" dirty="0">
              <a:solidFill>
                <a:sysClr val="windowText" lastClr="000000"/>
              </a:solidFill>
            </a:endParaRPr>
          </a:p>
        </p:txBody>
      </p:sp>
      <p:sp>
        <p:nvSpPr>
          <p:cNvPr id="10" name="Arc 9">
            <a:extLst>
              <a:ext uri="{FF2B5EF4-FFF2-40B4-BE49-F238E27FC236}">
                <a16:creationId xmlns:a16="http://schemas.microsoft.com/office/drawing/2014/main" id="{7BDCA0E4-284A-3F5D-374F-59CEAB68E0B4}"/>
              </a:ext>
            </a:extLst>
          </p:cNvPr>
          <p:cNvSpPr/>
          <p:nvPr/>
        </p:nvSpPr>
        <p:spPr>
          <a:xfrm>
            <a:off x="9868569" y="2243152"/>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11" name="Arc 10">
            <a:extLst>
              <a:ext uri="{FF2B5EF4-FFF2-40B4-BE49-F238E27FC236}">
                <a16:creationId xmlns:a16="http://schemas.microsoft.com/office/drawing/2014/main" id="{0E787272-7BDC-03E4-9AD0-826317393F21}"/>
              </a:ext>
            </a:extLst>
          </p:cNvPr>
          <p:cNvSpPr/>
          <p:nvPr/>
        </p:nvSpPr>
        <p:spPr>
          <a:xfrm>
            <a:off x="10791865" y="118854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lIns="0" tIns="0" rIns="0" bIns="0" rtlCol="0" anchor="ctr"/>
          <a:lstStyle/>
          <a:p>
            <a:pPr algn="ctr"/>
            <a:r>
              <a:rPr lang="en-US" sz="2000" dirty="0">
                <a:solidFill>
                  <a:sysClr val="windowText" lastClr="000000"/>
                </a:solidFill>
              </a:rPr>
              <a:t>6</a:t>
            </a:r>
            <a:endParaRPr lang="th-TH" sz="2000" dirty="0">
              <a:solidFill>
                <a:sysClr val="windowText" lastClr="000000"/>
              </a:solidFill>
            </a:endParaRPr>
          </a:p>
        </p:txBody>
      </p:sp>
      <p:sp>
        <p:nvSpPr>
          <p:cNvPr id="12" name="Arc 11">
            <a:extLst>
              <a:ext uri="{FF2B5EF4-FFF2-40B4-BE49-F238E27FC236}">
                <a16:creationId xmlns:a16="http://schemas.microsoft.com/office/drawing/2014/main" id="{113AFDE9-F580-7365-CF39-D46217BD50FF}"/>
              </a:ext>
            </a:extLst>
          </p:cNvPr>
          <p:cNvSpPr/>
          <p:nvPr/>
        </p:nvSpPr>
        <p:spPr>
          <a:xfrm>
            <a:off x="9482202" y="279783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a:t>
            </a:r>
            <a:endParaRPr lang="th-TH" sz="2000" dirty="0">
              <a:solidFill>
                <a:sysClr val="windowText" lastClr="000000"/>
              </a:solidFill>
            </a:endParaRPr>
          </a:p>
        </p:txBody>
      </p:sp>
      <p:sp>
        <p:nvSpPr>
          <p:cNvPr id="13" name="Arc 12">
            <a:extLst>
              <a:ext uri="{FF2B5EF4-FFF2-40B4-BE49-F238E27FC236}">
                <a16:creationId xmlns:a16="http://schemas.microsoft.com/office/drawing/2014/main" id="{5C134218-9DEF-35ED-51B0-95A0351E174F}"/>
              </a:ext>
            </a:extLst>
          </p:cNvPr>
          <p:cNvSpPr/>
          <p:nvPr/>
        </p:nvSpPr>
        <p:spPr>
          <a:xfrm>
            <a:off x="9868569" y="335848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14" name="Arc 13">
            <a:extLst>
              <a:ext uri="{FF2B5EF4-FFF2-40B4-BE49-F238E27FC236}">
                <a16:creationId xmlns:a16="http://schemas.microsoft.com/office/drawing/2014/main" id="{F05216CF-1100-E5BD-922F-E479C4A3AEA0}"/>
              </a:ext>
            </a:extLst>
          </p:cNvPr>
          <p:cNvSpPr/>
          <p:nvPr/>
        </p:nvSpPr>
        <p:spPr>
          <a:xfrm>
            <a:off x="10290949" y="391057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3</a:t>
            </a:r>
            <a:endParaRPr lang="th-TH" sz="2000" dirty="0">
              <a:solidFill>
                <a:sysClr val="windowText" lastClr="000000"/>
              </a:solidFill>
            </a:endParaRPr>
          </a:p>
        </p:txBody>
      </p:sp>
      <p:sp>
        <p:nvSpPr>
          <p:cNvPr id="22" name="Speech Bubble: Rectangle with Corners Rounded 21">
            <a:extLst>
              <a:ext uri="{FF2B5EF4-FFF2-40B4-BE49-F238E27FC236}">
                <a16:creationId xmlns:a16="http://schemas.microsoft.com/office/drawing/2014/main" id="{ED2FABE2-5D78-1199-7C64-2ABE3EB59308}"/>
              </a:ext>
            </a:extLst>
          </p:cNvPr>
          <p:cNvSpPr/>
          <p:nvPr/>
        </p:nvSpPr>
        <p:spPr>
          <a:xfrm>
            <a:off x="8656591" y="4569697"/>
            <a:ext cx="2806889" cy="997313"/>
          </a:xfrm>
          <a:prstGeom prst="wedgeRoundRectCallout">
            <a:avLst>
              <a:gd name="adj1" fmla="val -66833"/>
              <a:gd name="adj2" fmla="val -13570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800" i="1" dirty="0"/>
              <a:t>A Note on the Height of Binary Search Trees</a:t>
            </a:r>
            <a:r>
              <a:rPr lang="en-US" sz="1800" dirty="0"/>
              <a:t>, Luc </a:t>
            </a:r>
            <a:r>
              <a:rPr lang="en-US" sz="1800" dirty="0" err="1"/>
              <a:t>Devroye</a:t>
            </a:r>
            <a:r>
              <a:rPr lang="en-US" sz="1800" dirty="0"/>
              <a:t>, 1986</a:t>
            </a:r>
          </a:p>
        </p:txBody>
      </p:sp>
    </p:spTree>
    <p:extLst>
      <p:ext uri="{BB962C8B-B14F-4D97-AF65-F5344CB8AC3E}">
        <p14:creationId xmlns:p14="http://schemas.microsoft.com/office/powerpoint/2010/main" val="18717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340DB-32D6-A1E5-DBA3-0E5D74D19A26}"/>
              </a:ext>
            </a:extLst>
          </p:cNvPr>
          <p:cNvSpPr>
            <a:spLocks noGrp="1"/>
          </p:cNvSpPr>
          <p:nvPr>
            <p:ph type="title"/>
          </p:nvPr>
        </p:nvSpPr>
        <p:spPr/>
        <p:txBody>
          <a:bodyPr/>
          <a:lstStyle/>
          <a:p>
            <a:r>
              <a:rPr lang="en-US" dirty="0"/>
              <a:t>The Balance Constraint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B5E9DA-4ABC-C6F5-2D59-E2FBC62827EA}"/>
                  </a:ext>
                </a:extLst>
              </p:cNvPr>
              <p:cNvSpPr>
                <a:spLocks noGrp="1"/>
              </p:cNvSpPr>
              <p:nvPr>
                <p:ph idx="1"/>
              </p:nvPr>
            </p:nvSpPr>
            <p:spPr>
              <a:xfrm>
                <a:off x="838200" y="1367169"/>
                <a:ext cx="6544112" cy="5016382"/>
              </a:xfrm>
            </p:spPr>
            <p:txBody>
              <a:bodyPr>
                <a:normAutofit fontScale="85000" lnSpcReduction="10000"/>
              </a:bodyPr>
              <a:lstStyle/>
              <a:p>
                <a:r>
                  <a:rPr lang="en-US" dirty="0"/>
                  <a:t>For each node </a:t>
                </a:r>
                <a14:m>
                  <m:oMath xmlns:m="http://schemas.openxmlformats.org/officeDocument/2006/math">
                    <m:r>
                      <a:rPr lang="en-US" i="1" dirty="0" smtClean="0">
                        <a:latin typeface="Cambria Math" panose="02040503050406030204" pitchFamily="18" charset="0"/>
                      </a:rPr>
                      <m:t>𝑣</m:t>
                    </m:r>
                  </m:oMath>
                </a14:m>
                <a:endParaRPr lang="en-US" dirty="0"/>
              </a:p>
              <a:p>
                <a:pPr lvl="1"/>
                <a:r>
                  <a:rPr lang="en-US" dirty="0"/>
                  <a:t>We define </a:t>
                </a:r>
                <a14:m>
                  <m:oMath xmlns:m="http://schemas.openxmlformats.org/officeDocument/2006/math">
                    <m:r>
                      <a:rPr lang="en-US" i="1" dirty="0" smtClean="0">
                        <a:latin typeface="Cambria Math" panose="02040503050406030204" pitchFamily="18" charset="0"/>
                      </a:rPr>
                      <m:t>𝑣</m:t>
                    </m:r>
                    <m:r>
                      <a:rPr lang="en-US" i="1" baseline="-25000" dirty="0" err="1" smtClean="0">
                        <a:latin typeface="Cambria Math" panose="02040503050406030204" pitchFamily="18" charset="0"/>
                      </a:rPr>
                      <m:t>𝑙</m:t>
                    </m:r>
                  </m:oMath>
                </a14:m>
                <a:r>
                  <a:rPr lang="en-US" dirty="0"/>
                  <a:t> and </a:t>
                </a:r>
                <a14:m>
                  <m:oMath xmlns:m="http://schemas.openxmlformats.org/officeDocument/2006/math">
                    <m:r>
                      <a:rPr lang="en-US" i="1" dirty="0" smtClean="0">
                        <a:latin typeface="Cambria Math" panose="02040503050406030204" pitchFamily="18" charset="0"/>
                      </a:rPr>
                      <m:t>𝑣</m:t>
                    </m:r>
                    <m:r>
                      <a:rPr lang="en-US" i="1" baseline="-25000" dirty="0" err="1" smtClean="0">
                        <a:latin typeface="Cambria Math" panose="02040503050406030204" pitchFamily="18" charset="0"/>
                      </a:rPr>
                      <m:t>𝑟</m:t>
                    </m:r>
                  </m:oMath>
                </a14:m>
                <a:r>
                  <a:rPr lang="en-US" dirty="0"/>
                  <a:t> as the left and right subtree of </a:t>
                </a:r>
                <a14:m>
                  <m:oMath xmlns:m="http://schemas.openxmlformats.org/officeDocument/2006/math">
                    <m:r>
                      <a:rPr lang="en-US" i="1" dirty="0" smtClean="0">
                        <a:latin typeface="Cambria Math" panose="02040503050406030204" pitchFamily="18" charset="0"/>
                      </a:rPr>
                      <m:t>𝑣</m:t>
                    </m:r>
                  </m:oMath>
                </a14:m>
                <a:endParaRPr lang="en-US" dirty="0"/>
              </a:p>
              <a:p>
                <a:pPr lvl="1"/>
                <a:r>
                  <a:rPr lang="en-US" dirty="0"/>
                  <a:t>We define </a:t>
                </a:r>
                <a14:m>
                  <m:oMath xmlns:m="http://schemas.openxmlformats.org/officeDocument/2006/math">
                    <m:r>
                      <a:rPr lang="en-US" i="1" dirty="0" smtClean="0">
                        <a:solidFill>
                          <a:schemeClr val="accent3"/>
                        </a:solidFill>
                        <a:latin typeface="Cambria Math" panose="02040503050406030204" pitchFamily="18" charset="0"/>
                      </a:rPr>
                      <m:t>h</m:t>
                    </m:r>
                    <m:r>
                      <a:rPr lang="en-US" i="1" dirty="0" smtClean="0">
                        <a:solidFill>
                          <a:schemeClr val="accent3"/>
                        </a:solidFill>
                        <a:latin typeface="Cambria Math" panose="02040503050406030204" pitchFamily="18" charset="0"/>
                      </a:rPr>
                      <m:t>(</m:t>
                    </m:r>
                    <m:r>
                      <a:rPr lang="en-US" i="1" dirty="0" smtClean="0">
                        <a:solidFill>
                          <a:schemeClr val="accent3"/>
                        </a:solidFill>
                        <a:latin typeface="Cambria Math" panose="02040503050406030204" pitchFamily="18" charset="0"/>
                      </a:rPr>
                      <m:t>𝑥</m:t>
                    </m:r>
                    <m:r>
                      <a:rPr lang="en-US" i="1" dirty="0" smtClean="0">
                        <a:solidFill>
                          <a:schemeClr val="accent3"/>
                        </a:solidFill>
                        <a:latin typeface="Cambria Math" panose="02040503050406030204" pitchFamily="18" charset="0"/>
                      </a:rPr>
                      <m:t>)</m:t>
                    </m:r>
                  </m:oMath>
                </a14:m>
                <a:r>
                  <a:rPr lang="en-US" dirty="0">
                    <a:solidFill>
                      <a:schemeClr val="accent3"/>
                    </a:solidFill>
                  </a:rPr>
                  <a:t> </a:t>
                </a:r>
                <a:r>
                  <a:rPr lang="en-US" dirty="0"/>
                  <a:t>as the </a:t>
                </a:r>
                <a:r>
                  <a:rPr lang="en-US" dirty="0">
                    <a:solidFill>
                      <a:schemeClr val="accent3"/>
                    </a:solidFill>
                  </a:rPr>
                  <a:t>height</a:t>
                </a:r>
                <a:r>
                  <a:rPr lang="en-US" dirty="0"/>
                  <a:t> of the tree </a:t>
                </a:r>
                <a14:m>
                  <m:oMath xmlns:m="http://schemas.openxmlformats.org/officeDocument/2006/math">
                    <m:r>
                      <a:rPr lang="en-US" i="1" dirty="0" smtClean="0">
                        <a:latin typeface="Cambria Math" panose="02040503050406030204" pitchFamily="18" charset="0"/>
                      </a:rPr>
                      <m:t>𝑥</m:t>
                    </m:r>
                  </m:oMath>
                </a14:m>
                <a:endParaRPr lang="th-TH" dirty="0"/>
              </a:p>
              <a:p>
                <a:pPr lvl="2"/>
                <a:r>
                  <a:rPr lang="en-US" dirty="0"/>
                  <a:t>Recall from that an empty tree has height as -1</a:t>
                </a:r>
              </a:p>
              <a:p>
                <a:pPr lvl="1"/>
                <a:r>
                  <a:rPr lang="en-US" dirty="0"/>
                  <a:t>We define a balance value of the node </a:t>
                </a:r>
                <a14:m>
                  <m:oMath xmlns:m="http://schemas.openxmlformats.org/officeDocument/2006/math">
                    <m:r>
                      <a:rPr lang="en-US" i="1" dirty="0" smtClean="0">
                        <a:latin typeface="Cambria Math" panose="02040503050406030204" pitchFamily="18" charset="0"/>
                      </a:rPr>
                      <m:t>𝑣</m:t>
                    </m:r>
                  </m:oMath>
                </a14:m>
                <a:r>
                  <a:rPr lang="en-US" dirty="0"/>
                  <a:t> as </a:t>
                </a:r>
                <a14:m>
                  <m:oMath xmlns:m="http://schemas.openxmlformats.org/officeDocument/2006/math">
                    <m:r>
                      <m:rPr>
                        <m:sty m:val="p"/>
                      </m:rPr>
                      <a:rPr lang="en-US" i="0" dirty="0" smtClean="0">
                        <a:latin typeface="Cambria Math" panose="02040503050406030204" pitchFamily="18" charset="0"/>
                      </a:rPr>
                      <m:t>bal</m:t>
                    </m:r>
                    <m:r>
                      <a:rPr lang="en-US" i="1" dirty="0" smtClean="0">
                        <a:latin typeface="Cambria Math" panose="02040503050406030204" pitchFamily="18" charset="0"/>
                      </a:rPr>
                      <m:t>(</m:t>
                    </m:r>
                    <m:r>
                      <a:rPr lang="en-US" i="1" dirty="0" smtClean="0">
                        <a:latin typeface="Cambria Math" panose="02040503050406030204" pitchFamily="18" charset="0"/>
                      </a:rPr>
                      <m:t>𝑣</m:t>
                    </m:r>
                    <m:r>
                      <a:rPr lang="en-US" i="1" dirty="0" smtClean="0">
                        <a:latin typeface="Cambria Math" panose="02040503050406030204" pitchFamily="18" charset="0"/>
                      </a:rPr>
                      <m:t>)</m:t>
                    </m:r>
                  </m:oMath>
                </a14:m>
                <a:endParaRPr lang="en-US" dirty="0"/>
              </a:p>
              <a:p>
                <a:pPr lvl="2"/>
                <a14:m>
                  <m:oMath xmlns:m="http://schemas.openxmlformats.org/officeDocument/2006/math">
                    <m:r>
                      <m:rPr>
                        <m:sty m:val="p"/>
                      </m:rPr>
                      <a:rPr lang="en-US" i="0" dirty="0" smtClean="0">
                        <a:latin typeface="Cambria Math" panose="02040503050406030204" pitchFamily="18" charset="0"/>
                      </a:rPr>
                      <m:t>bal</m:t>
                    </m:r>
                    <m:r>
                      <a:rPr lang="en-US" i="1" dirty="0" smtClean="0">
                        <a:latin typeface="Cambria Math" panose="02040503050406030204" pitchFamily="18" charset="0"/>
                      </a:rPr>
                      <m:t>(</m:t>
                    </m:r>
                    <m:r>
                      <a:rPr lang="en-US" i="1" dirty="0" smtClean="0">
                        <a:latin typeface="Cambria Math" panose="02040503050406030204" pitchFamily="18" charset="0"/>
                      </a:rPr>
                      <m:t>𝑣</m:t>
                    </m:r>
                    <m:r>
                      <a:rPr lang="en-US" i="1" dirty="0" smtClean="0">
                        <a:latin typeface="Cambria Math" panose="02040503050406030204" pitchFamily="18" charset="0"/>
                      </a:rPr>
                      <m:t>) = </m:t>
                    </m:r>
                    <m:r>
                      <a:rPr lang="en-US" i="1" dirty="0" smtClean="0">
                        <a:solidFill>
                          <a:schemeClr val="accent3"/>
                        </a:solidFill>
                        <a:latin typeface="Cambria Math" panose="02040503050406030204" pitchFamily="18" charset="0"/>
                      </a:rPr>
                      <m:t>h</m:t>
                    </m:r>
                    <m:r>
                      <a:rPr lang="en-US" i="1" dirty="0" smtClean="0">
                        <a:solidFill>
                          <a:schemeClr val="accent3"/>
                        </a:solidFill>
                        <a:latin typeface="Cambria Math" panose="02040503050406030204" pitchFamily="18" charset="0"/>
                      </a:rPr>
                      <m:t>(</m:t>
                    </m:r>
                    <m:r>
                      <a:rPr lang="en-US" i="1" dirty="0" err="1" smtClean="0">
                        <a:solidFill>
                          <a:schemeClr val="accent3"/>
                        </a:solidFill>
                        <a:latin typeface="Cambria Math" panose="02040503050406030204" pitchFamily="18" charset="0"/>
                      </a:rPr>
                      <m:t>𝑣</m:t>
                    </m:r>
                    <m:r>
                      <a:rPr lang="en-US" i="1" baseline="-25000" dirty="0" err="1" smtClean="0">
                        <a:solidFill>
                          <a:schemeClr val="accent3"/>
                        </a:solidFill>
                        <a:latin typeface="Cambria Math" panose="02040503050406030204" pitchFamily="18" charset="0"/>
                      </a:rPr>
                      <m:t>𝑟</m:t>
                    </m:r>
                    <m:r>
                      <a:rPr lang="en-US" i="1" dirty="0" smtClean="0">
                        <a:solidFill>
                          <a:schemeClr val="accent3"/>
                        </a:solidFill>
                        <a:latin typeface="Cambria Math" panose="02040503050406030204" pitchFamily="18" charset="0"/>
                      </a:rPr>
                      <m:t>) </m:t>
                    </m:r>
                    <m:r>
                      <a:rPr lang="en-US" i="1" dirty="0" smtClean="0">
                        <a:latin typeface="Cambria Math" panose="02040503050406030204" pitchFamily="18" charset="0"/>
                      </a:rPr>
                      <m:t>− </m:t>
                    </m:r>
                    <m:r>
                      <a:rPr lang="en-US" i="1" dirty="0" smtClean="0">
                        <a:solidFill>
                          <a:schemeClr val="accent3"/>
                        </a:solidFill>
                        <a:latin typeface="Cambria Math" panose="02040503050406030204" pitchFamily="18" charset="0"/>
                      </a:rPr>
                      <m:t>h</m:t>
                    </m:r>
                    <m:r>
                      <a:rPr lang="en-US" i="1" dirty="0" smtClean="0">
                        <a:solidFill>
                          <a:schemeClr val="accent3"/>
                        </a:solidFill>
                        <a:latin typeface="Cambria Math" panose="02040503050406030204" pitchFamily="18" charset="0"/>
                      </a:rPr>
                      <m:t>(</m:t>
                    </m:r>
                    <m:r>
                      <a:rPr lang="en-US" i="1" dirty="0" err="1" smtClean="0">
                        <a:solidFill>
                          <a:schemeClr val="accent3"/>
                        </a:solidFill>
                        <a:latin typeface="Cambria Math" panose="02040503050406030204" pitchFamily="18" charset="0"/>
                      </a:rPr>
                      <m:t>𝑣</m:t>
                    </m:r>
                    <m:r>
                      <a:rPr lang="en-US" i="1" baseline="-25000" dirty="0" err="1" smtClean="0">
                        <a:solidFill>
                          <a:schemeClr val="accent3"/>
                        </a:solidFill>
                        <a:latin typeface="Cambria Math" panose="02040503050406030204" pitchFamily="18" charset="0"/>
                      </a:rPr>
                      <m:t>𝑙</m:t>
                    </m:r>
                    <m:r>
                      <a:rPr lang="en-US" i="1" dirty="0" smtClean="0">
                        <a:solidFill>
                          <a:schemeClr val="accent3"/>
                        </a:solidFill>
                        <a:latin typeface="Cambria Math" panose="02040503050406030204" pitchFamily="18" charset="0"/>
                      </a:rPr>
                      <m:t>)</m:t>
                    </m:r>
                  </m:oMath>
                </a14:m>
                <a:endParaRPr lang="en-US" dirty="0">
                  <a:solidFill>
                    <a:schemeClr val="accent3"/>
                  </a:solidFill>
                </a:endParaRPr>
              </a:p>
              <a:p>
                <a:r>
                  <a:rPr lang="en-US" dirty="0"/>
                  <a:t>the </a:t>
                </a:r>
                <a:r>
                  <a:rPr lang="en-US" dirty="0">
                    <a:solidFill>
                      <a:schemeClr val="accent6"/>
                    </a:solidFill>
                  </a:rPr>
                  <a:t>balance constraint </a:t>
                </a:r>
                <a:r>
                  <a:rPr lang="en-US" dirty="0"/>
                  <a:t>is that </a:t>
                </a:r>
                <a14:m>
                  <m:oMath xmlns:m="http://schemas.openxmlformats.org/officeDocument/2006/math">
                    <m:d>
                      <m:dPr>
                        <m:begChr m:val="|"/>
                        <m:endChr m:val="|"/>
                        <m:ctrlPr>
                          <a:rPr lang="en-US" i="1" dirty="0" smtClean="0">
                            <a:latin typeface="Cambria Math" panose="02040503050406030204" pitchFamily="18" charset="0"/>
                          </a:rPr>
                        </m:ctrlPr>
                      </m:dPr>
                      <m:e>
                        <m:r>
                          <m:rPr>
                            <m:sty m:val="p"/>
                          </m:rPr>
                          <a:rPr lang="en-US" i="0" dirty="0" err="1" smtClean="0">
                            <a:latin typeface="Cambria Math" panose="02040503050406030204" pitchFamily="18" charset="0"/>
                          </a:rPr>
                          <m:t>bal</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𝑣</m:t>
                            </m:r>
                          </m:e>
                        </m:d>
                      </m:e>
                    </m:d>
                    <m:r>
                      <a:rPr lang="en-US" b="0" i="1" dirty="0" smtClean="0">
                        <a:latin typeface="Cambria Math" panose="02040503050406030204" pitchFamily="18" charset="0"/>
                      </a:rPr>
                      <m:t>≤</m:t>
                    </m:r>
                    <m:r>
                      <a:rPr lang="en-US" i="1" dirty="0" smtClean="0">
                        <a:latin typeface="Cambria Math" panose="02040503050406030204" pitchFamily="18" charset="0"/>
                      </a:rPr>
                      <m:t>1</m:t>
                    </m:r>
                  </m:oMath>
                </a14:m>
                <a:endParaRPr lang="en-US" dirty="0"/>
              </a:p>
              <a:p>
                <a:r>
                  <a:rPr lang="en-US" dirty="0"/>
                  <a:t>Every node in the AVL tree must satisfy the balance constraint</a:t>
                </a:r>
              </a:p>
              <a:p>
                <a:pPr lvl="1"/>
                <a:endParaRPr lang="en-US" dirty="0"/>
              </a:p>
            </p:txBody>
          </p:sp>
        </mc:Choice>
        <mc:Fallback xmlns="">
          <p:sp>
            <p:nvSpPr>
              <p:cNvPr id="3" name="Content Placeholder 2">
                <a:extLst>
                  <a:ext uri="{FF2B5EF4-FFF2-40B4-BE49-F238E27FC236}">
                    <a16:creationId xmlns:a16="http://schemas.microsoft.com/office/drawing/2014/main" id="{FFB5E9DA-4ABC-C6F5-2D59-E2FBC62827EA}"/>
                  </a:ext>
                </a:extLst>
              </p:cNvPr>
              <p:cNvSpPr>
                <a:spLocks noGrp="1" noRot="1" noChangeAspect="1" noMove="1" noResize="1" noEditPoints="1" noAdjustHandles="1" noChangeArrowheads="1" noChangeShapeType="1" noTextEdit="1"/>
              </p:cNvSpPr>
              <p:nvPr>
                <p:ph idx="1"/>
              </p:nvPr>
            </p:nvSpPr>
            <p:spPr>
              <a:xfrm>
                <a:off x="838200" y="1367169"/>
                <a:ext cx="6544112" cy="5016382"/>
              </a:xfrm>
              <a:blipFill>
                <a:blip r:embed="rId2"/>
                <a:stretch>
                  <a:fillRect l="-1305" t="-122"/>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00585440-62FA-297B-27C7-C3F4BFF2AB3B}"/>
              </a:ext>
            </a:extLst>
          </p:cNvPr>
          <p:cNvCxnSpPr>
            <a:cxnSpLocks/>
            <a:stCxn id="4" idx="1"/>
          </p:cNvCxnSpPr>
          <p:nvPr/>
        </p:nvCxnSpPr>
        <p:spPr>
          <a:xfrm flipH="1" flipV="1">
            <a:off x="8823880" y="3162764"/>
            <a:ext cx="576366" cy="7128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27E16803-4640-0C52-D544-B6708B4CB188}"/>
                  </a:ext>
                </a:extLst>
              </p:cNvPr>
              <p:cNvSpPr/>
              <p:nvPr/>
            </p:nvSpPr>
            <p:spPr>
              <a:xfrm>
                <a:off x="8347429" y="4724990"/>
                <a:ext cx="718979" cy="1319627"/>
              </a:xfrm>
              <a:prstGeom prst="triangle">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i="1" dirty="0" smtClean="0">
                          <a:solidFill>
                            <a:sysClr val="windowText" lastClr="000000"/>
                          </a:solidFill>
                          <a:latin typeface="Cambria Math" panose="02040503050406030204" pitchFamily="18" charset="0"/>
                        </a:rPr>
                        <m:t>𝑣</m:t>
                      </m:r>
                      <m:r>
                        <a:rPr lang="en-US" sz="2000" i="1" baseline="-25000" dirty="0" err="1" smtClean="0">
                          <a:solidFill>
                            <a:sysClr val="windowText" lastClr="000000"/>
                          </a:solidFill>
                          <a:latin typeface="Cambria Math" panose="02040503050406030204" pitchFamily="18" charset="0"/>
                        </a:rPr>
                        <m:t>𝑙</m:t>
                      </m:r>
                    </m:oMath>
                  </m:oMathPara>
                </a14:m>
                <a:endParaRPr lang="en-US" sz="2000" baseline="-25000" dirty="0">
                  <a:solidFill>
                    <a:sysClr val="windowText" lastClr="000000"/>
                  </a:solidFill>
                </a:endParaRPr>
              </a:p>
            </p:txBody>
          </p:sp>
        </mc:Choice>
        <mc:Fallback xmlns="">
          <p:sp>
            <p:nvSpPr>
              <p:cNvPr id="8" name="Isosceles Triangle 7">
                <a:extLst>
                  <a:ext uri="{FF2B5EF4-FFF2-40B4-BE49-F238E27FC236}">
                    <a16:creationId xmlns:a16="http://schemas.microsoft.com/office/drawing/2014/main" id="{27E16803-4640-0C52-D544-B6708B4CB188}"/>
                  </a:ext>
                </a:extLst>
              </p:cNvPr>
              <p:cNvSpPr>
                <a:spLocks noRot="1" noChangeAspect="1" noMove="1" noResize="1" noEditPoints="1" noAdjustHandles="1" noChangeArrowheads="1" noChangeShapeType="1" noTextEdit="1"/>
              </p:cNvSpPr>
              <p:nvPr/>
            </p:nvSpPr>
            <p:spPr>
              <a:xfrm>
                <a:off x="8347429" y="4724990"/>
                <a:ext cx="718979" cy="1319627"/>
              </a:xfrm>
              <a:prstGeom prst="triangle">
                <a:avLst/>
              </a:prstGeom>
              <a:blipFill>
                <a:blip r:embed="rId3"/>
                <a:stretch>
                  <a:fillRect/>
                </a:stretch>
              </a:blipFill>
              <a:ln>
                <a:solidFill>
                  <a:schemeClr val="accent3">
                    <a:lumMod val="50000"/>
                  </a:schemeClr>
                </a:solidFill>
              </a:ln>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E3486CFA-FB4F-B029-776C-E33552228EC3}"/>
              </a:ext>
            </a:extLst>
          </p:cNvPr>
          <p:cNvCxnSpPr>
            <a:cxnSpLocks/>
            <a:stCxn id="4" idx="1"/>
            <a:endCxn id="8" idx="0"/>
          </p:cNvCxnSpPr>
          <p:nvPr/>
        </p:nvCxnSpPr>
        <p:spPr>
          <a:xfrm flipH="1">
            <a:off x="8706919" y="3875591"/>
            <a:ext cx="693327" cy="84939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Isosceles Triangle 11">
                <a:extLst>
                  <a:ext uri="{FF2B5EF4-FFF2-40B4-BE49-F238E27FC236}">
                    <a16:creationId xmlns:a16="http://schemas.microsoft.com/office/drawing/2014/main" id="{6F0F6966-A221-A4D7-F908-EE7FB3BD2362}"/>
                  </a:ext>
                </a:extLst>
              </p:cNvPr>
              <p:cNvSpPr/>
              <p:nvPr/>
            </p:nvSpPr>
            <p:spPr>
              <a:xfrm>
                <a:off x="9826848" y="4724991"/>
                <a:ext cx="718979" cy="701882"/>
              </a:xfrm>
              <a:prstGeom prst="triangle">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i="1" dirty="0" smtClean="0">
                          <a:solidFill>
                            <a:sysClr val="windowText" lastClr="000000"/>
                          </a:solidFill>
                          <a:latin typeface="Cambria Math" panose="02040503050406030204" pitchFamily="18" charset="0"/>
                        </a:rPr>
                        <m:t>𝑣</m:t>
                      </m:r>
                      <m:r>
                        <a:rPr lang="en-US" sz="2000" b="0" i="1" baseline="-25000" dirty="0" smtClean="0">
                          <a:solidFill>
                            <a:sysClr val="windowText" lastClr="000000"/>
                          </a:solidFill>
                          <a:latin typeface="Cambria Math" panose="02040503050406030204" pitchFamily="18" charset="0"/>
                        </a:rPr>
                        <m:t>𝑟</m:t>
                      </m:r>
                    </m:oMath>
                  </m:oMathPara>
                </a14:m>
                <a:endParaRPr lang="en-US" sz="2000" dirty="0">
                  <a:solidFill>
                    <a:sysClr val="windowText" lastClr="000000"/>
                  </a:solidFill>
                </a:endParaRPr>
              </a:p>
            </p:txBody>
          </p:sp>
        </mc:Choice>
        <mc:Fallback xmlns="">
          <p:sp>
            <p:nvSpPr>
              <p:cNvPr id="12" name="Isosceles Triangle 11">
                <a:extLst>
                  <a:ext uri="{FF2B5EF4-FFF2-40B4-BE49-F238E27FC236}">
                    <a16:creationId xmlns:a16="http://schemas.microsoft.com/office/drawing/2014/main" id="{6F0F6966-A221-A4D7-F908-EE7FB3BD2362}"/>
                  </a:ext>
                </a:extLst>
              </p:cNvPr>
              <p:cNvSpPr>
                <a:spLocks noRot="1" noChangeAspect="1" noMove="1" noResize="1" noEditPoints="1" noAdjustHandles="1" noChangeArrowheads="1" noChangeShapeType="1" noTextEdit="1"/>
              </p:cNvSpPr>
              <p:nvPr/>
            </p:nvSpPr>
            <p:spPr>
              <a:xfrm>
                <a:off x="9826848" y="4724991"/>
                <a:ext cx="718979" cy="701882"/>
              </a:xfrm>
              <a:prstGeom prst="triangle">
                <a:avLst/>
              </a:prstGeom>
              <a:blipFill>
                <a:blip r:embed="rId4"/>
                <a:stretch>
                  <a:fillRect b="-833"/>
                </a:stretch>
              </a:blipFill>
              <a:ln>
                <a:solidFill>
                  <a:schemeClr val="accent3">
                    <a:lumMod val="50000"/>
                  </a:schemeClr>
                </a:solidFill>
              </a:ln>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6BAE605A-2613-13B6-1E0C-7CD2D8EB18DC}"/>
              </a:ext>
            </a:extLst>
          </p:cNvPr>
          <p:cNvCxnSpPr>
            <a:cxnSpLocks/>
            <a:stCxn id="4" idx="1"/>
            <a:endCxn id="12" idx="0"/>
          </p:cNvCxnSpPr>
          <p:nvPr/>
        </p:nvCxnSpPr>
        <p:spPr>
          <a:xfrm>
            <a:off x="9400246" y="3875591"/>
            <a:ext cx="786092" cy="84940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Arc 3">
                <a:extLst>
                  <a:ext uri="{FF2B5EF4-FFF2-40B4-BE49-F238E27FC236}">
                    <a16:creationId xmlns:a16="http://schemas.microsoft.com/office/drawing/2014/main" id="{D6C2DA27-5538-CF40-D847-985804A95317}"/>
                  </a:ext>
                </a:extLst>
              </p:cNvPr>
              <p:cNvSpPr/>
              <p:nvPr/>
            </p:nvSpPr>
            <p:spPr>
              <a:xfrm>
                <a:off x="9208778" y="368412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400" dirty="0">
                    <a:solidFill>
                      <a:sysClr val="windowText" lastClr="000000"/>
                    </a:solidFill>
                  </a:rPr>
                  <a:t> </a:t>
                </a:r>
                <a14:m>
                  <m:oMath xmlns:m="http://schemas.openxmlformats.org/officeDocument/2006/math">
                    <m:r>
                      <a:rPr lang="en-US" sz="1800" i="1" dirty="0" smtClean="0">
                        <a:solidFill>
                          <a:sysClr val="windowText" lastClr="000000"/>
                        </a:solidFill>
                        <a:latin typeface="Cambria Math" panose="02040503050406030204" pitchFamily="18" charset="0"/>
                      </a:rPr>
                      <m:t>𝑣</m:t>
                    </m:r>
                  </m:oMath>
                </a14:m>
                <a:endParaRPr lang="th-TH" sz="1800" dirty="0">
                  <a:solidFill>
                    <a:sysClr val="windowText" lastClr="000000"/>
                  </a:solidFill>
                </a:endParaRPr>
              </a:p>
            </p:txBody>
          </p:sp>
        </mc:Choice>
        <mc:Fallback xmlns="">
          <p:sp>
            <p:nvSpPr>
              <p:cNvPr id="4" name="Arc 3">
                <a:extLst>
                  <a:ext uri="{FF2B5EF4-FFF2-40B4-BE49-F238E27FC236}">
                    <a16:creationId xmlns:a16="http://schemas.microsoft.com/office/drawing/2014/main" id="{D6C2DA27-5538-CF40-D847-985804A95317}"/>
                  </a:ext>
                </a:extLst>
              </p:cNvPr>
              <p:cNvSpPr>
                <a:spLocks noRot="1" noChangeAspect="1" noMove="1" noResize="1" noEditPoints="1" noAdjustHandles="1" noChangeArrowheads="1" noChangeShapeType="1" noTextEdit="1"/>
              </p:cNvSpPr>
              <p:nvPr/>
            </p:nvSpPr>
            <p:spPr>
              <a:xfrm>
                <a:off x="9208778" y="3684123"/>
                <a:ext cx="382935" cy="382935"/>
              </a:xfrm>
              <a:prstGeom prst="arc">
                <a:avLst>
                  <a:gd name="adj1" fmla="val 16200000"/>
                  <a:gd name="adj2" fmla="val 16197843"/>
                </a:avLst>
              </a:prstGeom>
              <a:blipFill>
                <a:blip r:embed="rId5"/>
                <a:stretch>
                  <a:fillRect t="-4545" r="-18462" b="-19697"/>
                </a:stretch>
              </a:blipFill>
              <a:ln>
                <a:solidFill>
                  <a:schemeClr val="accent3">
                    <a:lumMod val="50000"/>
                  </a:schemeClr>
                </a:solidFill>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68648CC5-578F-EE98-CD8F-CBC3458A1F71}"/>
              </a:ext>
            </a:extLst>
          </p:cNvPr>
          <p:cNvCxnSpPr/>
          <p:nvPr/>
        </p:nvCxnSpPr>
        <p:spPr>
          <a:xfrm>
            <a:off x="7572440" y="4716602"/>
            <a:ext cx="696287"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C40C748-46FF-61B1-9430-388D63345445}"/>
              </a:ext>
            </a:extLst>
          </p:cNvPr>
          <p:cNvCxnSpPr/>
          <p:nvPr/>
        </p:nvCxnSpPr>
        <p:spPr>
          <a:xfrm>
            <a:off x="7572440" y="6044617"/>
            <a:ext cx="696287"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BCF2F3D-6EFD-1836-A0A8-51092BBC1585}"/>
              </a:ext>
            </a:extLst>
          </p:cNvPr>
          <p:cNvCxnSpPr>
            <a:cxnSpLocks/>
          </p:cNvCxnSpPr>
          <p:nvPr/>
        </p:nvCxnSpPr>
        <p:spPr>
          <a:xfrm>
            <a:off x="10776336" y="4724991"/>
            <a:ext cx="696287"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1C725AD-05C7-AD11-50AB-C2B2612D6445}"/>
              </a:ext>
            </a:extLst>
          </p:cNvPr>
          <p:cNvCxnSpPr>
            <a:cxnSpLocks/>
          </p:cNvCxnSpPr>
          <p:nvPr/>
        </p:nvCxnSpPr>
        <p:spPr>
          <a:xfrm>
            <a:off x="10776336" y="5437819"/>
            <a:ext cx="696287"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EABD74A-AE4B-6CA7-BBAE-60AAF8CEC62B}"/>
                  </a:ext>
                </a:extLst>
              </p:cNvPr>
              <p:cNvSpPr txBox="1"/>
              <p:nvPr/>
            </p:nvSpPr>
            <p:spPr>
              <a:xfrm>
                <a:off x="7328834" y="5257596"/>
                <a:ext cx="621112" cy="338554"/>
              </a:xfrm>
              <a:prstGeom prst="rect">
                <a:avLst/>
              </a:prstGeom>
              <a:noFill/>
            </p:spPr>
            <p:txBody>
              <a:bodyPr wrap="square">
                <a:spAutoFit/>
              </a:bodyPr>
              <a:lstStyle/>
              <a:p>
                <a:pPr algn="ctr"/>
                <a14:m>
                  <m:oMath xmlns:m="http://schemas.openxmlformats.org/officeDocument/2006/math">
                    <m:r>
                      <a:rPr lang="en-US" sz="1600" i="1" dirty="0" smtClean="0">
                        <a:latin typeface="Cambria Math" panose="02040503050406030204" pitchFamily="18" charset="0"/>
                      </a:rPr>
                      <m:t>h</m:t>
                    </m:r>
                    <m:r>
                      <a:rPr lang="en-US" sz="1600" i="1" dirty="0" smtClean="0">
                        <a:latin typeface="Cambria Math" panose="02040503050406030204" pitchFamily="18" charset="0"/>
                      </a:rPr>
                      <m:t>(</m:t>
                    </m:r>
                    <m:r>
                      <a:rPr lang="en-US" sz="1600" i="1" dirty="0">
                        <a:latin typeface="Cambria Math" panose="02040503050406030204" pitchFamily="18" charset="0"/>
                      </a:rPr>
                      <m:t>𝑣</m:t>
                    </m:r>
                    <m:r>
                      <a:rPr lang="en-US" sz="1600" i="1" baseline="-25000" dirty="0">
                        <a:latin typeface="Cambria Math" panose="02040503050406030204" pitchFamily="18" charset="0"/>
                      </a:rPr>
                      <m:t>𝑙</m:t>
                    </m:r>
                    <m:r>
                      <a:rPr lang="en-US" sz="1600" i="1" dirty="0" smtClean="0">
                        <a:latin typeface="Cambria Math" panose="02040503050406030204" pitchFamily="18" charset="0"/>
                      </a:rPr>
                      <m:t>)</m:t>
                    </m:r>
                  </m:oMath>
                </a14:m>
                <a:r>
                  <a:rPr lang="en-US" sz="1600" dirty="0"/>
                  <a:t> </a:t>
                </a:r>
              </a:p>
            </p:txBody>
          </p:sp>
        </mc:Choice>
        <mc:Fallback xmlns="">
          <p:sp>
            <p:nvSpPr>
              <p:cNvPr id="26" name="TextBox 25">
                <a:extLst>
                  <a:ext uri="{FF2B5EF4-FFF2-40B4-BE49-F238E27FC236}">
                    <a16:creationId xmlns:a16="http://schemas.microsoft.com/office/drawing/2014/main" id="{7EABD74A-AE4B-6CA7-BBAE-60AAF8CEC62B}"/>
                  </a:ext>
                </a:extLst>
              </p:cNvPr>
              <p:cNvSpPr txBox="1">
                <a:spLocks noRot="1" noChangeAspect="1" noMove="1" noResize="1" noEditPoints="1" noAdjustHandles="1" noChangeArrowheads="1" noChangeShapeType="1" noTextEdit="1"/>
              </p:cNvSpPr>
              <p:nvPr/>
            </p:nvSpPr>
            <p:spPr>
              <a:xfrm>
                <a:off x="7328834" y="5257596"/>
                <a:ext cx="621112" cy="338554"/>
              </a:xfrm>
              <a:prstGeom prst="rect">
                <a:avLst/>
              </a:prstGeom>
              <a:blipFill>
                <a:blip r:embed="rId6"/>
                <a:stretch>
                  <a:fillRect r="-980"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A5AA73-5FF7-1687-4879-96AA19C2ACC1}"/>
                  </a:ext>
                </a:extLst>
              </p:cNvPr>
              <p:cNvSpPr txBox="1"/>
              <p:nvPr/>
            </p:nvSpPr>
            <p:spPr>
              <a:xfrm>
                <a:off x="11197877" y="4905632"/>
                <a:ext cx="549492" cy="338554"/>
              </a:xfrm>
              <a:prstGeom prst="rect">
                <a:avLst/>
              </a:prstGeom>
              <a:noFill/>
            </p:spPr>
            <p:txBody>
              <a:bodyPr wrap="square">
                <a:spAutoFit/>
              </a:bodyPr>
              <a:lstStyle/>
              <a:p>
                <a:pPr algn="ctr"/>
                <a14:m>
                  <m:oMath xmlns:m="http://schemas.openxmlformats.org/officeDocument/2006/math">
                    <m:r>
                      <a:rPr lang="en-US" sz="1600" i="1" dirty="0" smtClean="0">
                        <a:latin typeface="Cambria Math" panose="02040503050406030204" pitchFamily="18" charset="0"/>
                      </a:rPr>
                      <m:t>h</m:t>
                    </m:r>
                    <m:r>
                      <a:rPr lang="en-US" sz="1600" i="1" dirty="0" smtClean="0">
                        <a:latin typeface="Cambria Math" panose="02040503050406030204" pitchFamily="18" charset="0"/>
                      </a:rPr>
                      <m:t>(</m:t>
                    </m:r>
                    <m:r>
                      <a:rPr lang="en-US" sz="1600" i="1" dirty="0">
                        <a:latin typeface="Cambria Math" panose="02040503050406030204" pitchFamily="18" charset="0"/>
                      </a:rPr>
                      <m:t>𝑣</m:t>
                    </m:r>
                    <m:r>
                      <a:rPr lang="en-US" sz="1600" b="0" i="1" baseline="-25000" dirty="0" smtClean="0">
                        <a:latin typeface="Cambria Math" panose="02040503050406030204" pitchFamily="18" charset="0"/>
                      </a:rPr>
                      <m:t>𝑟</m:t>
                    </m:r>
                    <m:r>
                      <a:rPr lang="en-US" sz="1600" i="1" dirty="0" smtClean="0">
                        <a:latin typeface="Cambria Math" panose="02040503050406030204" pitchFamily="18" charset="0"/>
                      </a:rPr>
                      <m:t>)</m:t>
                    </m:r>
                  </m:oMath>
                </a14:m>
                <a:r>
                  <a:rPr lang="en-US" sz="1600" dirty="0"/>
                  <a:t> </a:t>
                </a:r>
              </a:p>
            </p:txBody>
          </p:sp>
        </mc:Choice>
        <mc:Fallback xmlns="">
          <p:sp>
            <p:nvSpPr>
              <p:cNvPr id="27" name="TextBox 26">
                <a:extLst>
                  <a:ext uri="{FF2B5EF4-FFF2-40B4-BE49-F238E27FC236}">
                    <a16:creationId xmlns:a16="http://schemas.microsoft.com/office/drawing/2014/main" id="{1FA5AA73-5FF7-1687-4879-96AA19C2ACC1}"/>
                  </a:ext>
                </a:extLst>
              </p:cNvPr>
              <p:cNvSpPr txBox="1">
                <a:spLocks noRot="1" noChangeAspect="1" noMove="1" noResize="1" noEditPoints="1" noAdjustHandles="1" noChangeArrowheads="1" noChangeShapeType="1" noTextEdit="1"/>
              </p:cNvSpPr>
              <p:nvPr/>
            </p:nvSpPr>
            <p:spPr>
              <a:xfrm>
                <a:off x="11197877" y="4905632"/>
                <a:ext cx="549492" cy="338554"/>
              </a:xfrm>
              <a:prstGeom prst="rect">
                <a:avLst/>
              </a:prstGeom>
              <a:blipFill>
                <a:blip r:embed="rId7"/>
                <a:stretch>
                  <a:fillRect l="-5556" r="-10000" b="-14545"/>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0F971A79-1DAC-F7E4-B566-9FEAAD8CE1EA}"/>
              </a:ext>
            </a:extLst>
          </p:cNvPr>
          <p:cNvCxnSpPr>
            <a:cxnSpLocks/>
          </p:cNvCxnSpPr>
          <p:nvPr/>
        </p:nvCxnSpPr>
        <p:spPr>
          <a:xfrm flipV="1">
            <a:off x="7920583" y="4716602"/>
            <a:ext cx="0" cy="1328015"/>
          </a:xfrm>
          <a:prstGeom prst="straightConnector1">
            <a:avLst/>
          </a:prstGeom>
          <a:ln>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6173CE7-2222-EC0D-3D6F-190159880999}"/>
              </a:ext>
            </a:extLst>
          </p:cNvPr>
          <p:cNvCxnSpPr>
            <a:cxnSpLocks/>
          </p:cNvCxnSpPr>
          <p:nvPr/>
        </p:nvCxnSpPr>
        <p:spPr>
          <a:xfrm flipV="1">
            <a:off x="11116789" y="4716602"/>
            <a:ext cx="0" cy="721217"/>
          </a:xfrm>
          <a:prstGeom prst="straightConnector1">
            <a:avLst/>
          </a:prstGeom>
          <a:ln>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8366ED6-A03A-46BA-129E-07D0C978B6A1}"/>
                  </a:ext>
                </a:extLst>
              </p:cNvPr>
              <p:cNvSpPr txBox="1"/>
              <p:nvPr/>
            </p:nvSpPr>
            <p:spPr>
              <a:xfrm>
                <a:off x="9428728" y="3296085"/>
                <a:ext cx="2166227"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sz="1600" b="0" i="0" dirty="0" smtClean="0">
                          <a:latin typeface="Cambria Math" panose="02040503050406030204" pitchFamily="18" charset="0"/>
                        </a:rPr>
                        <m:t>bal</m:t>
                      </m:r>
                      <m:d>
                        <m:dPr>
                          <m:ctrlPr>
                            <a:rPr lang="en-US" sz="1600" b="0" i="1" dirty="0" smtClean="0">
                              <a:latin typeface="Cambria Math" panose="02040503050406030204" pitchFamily="18" charset="0"/>
                            </a:rPr>
                          </m:ctrlPr>
                        </m:dPr>
                        <m:e>
                          <m:r>
                            <a:rPr lang="en-US" sz="1600" i="1" dirty="0">
                              <a:latin typeface="Cambria Math" panose="02040503050406030204" pitchFamily="18" charset="0"/>
                            </a:rPr>
                            <m:t>𝑣</m:t>
                          </m:r>
                        </m:e>
                      </m:d>
                      <m:r>
                        <a:rPr lang="en-US" sz="1600" b="0" i="1" dirty="0" smtClean="0">
                          <a:latin typeface="Cambria Math" panose="02040503050406030204" pitchFamily="18" charset="0"/>
                        </a:rPr>
                        <m:t>=</m:t>
                      </m:r>
                      <m:r>
                        <a:rPr lang="en-US" sz="1600" i="1" dirty="0">
                          <a:latin typeface="Cambria Math" panose="02040503050406030204" pitchFamily="18" charset="0"/>
                        </a:rPr>
                        <m:t>h</m:t>
                      </m:r>
                      <m:r>
                        <a:rPr lang="en-US" sz="1600" i="1" dirty="0">
                          <a:latin typeface="Cambria Math" panose="02040503050406030204" pitchFamily="18" charset="0"/>
                        </a:rPr>
                        <m:t>(</m:t>
                      </m:r>
                      <m:r>
                        <a:rPr lang="en-US" sz="1600" i="1" dirty="0">
                          <a:latin typeface="Cambria Math" panose="02040503050406030204" pitchFamily="18" charset="0"/>
                        </a:rPr>
                        <m:t>𝑣𝑟</m:t>
                      </m:r>
                      <m:r>
                        <a:rPr lang="en-US" sz="1600" i="1" dirty="0">
                          <a:latin typeface="Cambria Math" panose="02040503050406030204" pitchFamily="18" charset="0"/>
                        </a:rPr>
                        <m:t>)</m:t>
                      </m:r>
                      <m:r>
                        <m:rPr>
                          <m:nor/>
                        </m:rPr>
                        <a:rPr lang="en-US" sz="1600" b="0" i="0" dirty="0" smtClean="0">
                          <a:latin typeface="Cambria Math" panose="02040503050406030204" pitchFamily="18" charset="0"/>
                        </a:rPr>
                        <m:t> − </m:t>
                      </m:r>
                      <m:r>
                        <a:rPr lang="en-US" sz="1600" i="1" dirty="0">
                          <a:latin typeface="Cambria Math" panose="02040503050406030204" pitchFamily="18" charset="0"/>
                        </a:rPr>
                        <m:t>h</m:t>
                      </m:r>
                      <m:r>
                        <a:rPr lang="en-US" sz="1600" i="1" dirty="0">
                          <a:latin typeface="Cambria Math" panose="02040503050406030204" pitchFamily="18" charset="0"/>
                        </a:rPr>
                        <m:t>(</m:t>
                      </m:r>
                      <m:r>
                        <a:rPr lang="en-US" sz="1600" i="1" dirty="0">
                          <a:latin typeface="Cambria Math" panose="02040503050406030204" pitchFamily="18" charset="0"/>
                        </a:rPr>
                        <m:t>𝑣𝑙</m:t>
                      </m:r>
                      <m:r>
                        <a:rPr lang="en-US" sz="1600" i="1" dirty="0">
                          <a:latin typeface="Cambria Math" panose="02040503050406030204" pitchFamily="18" charset="0"/>
                        </a:rPr>
                        <m:t>)</m:t>
                      </m:r>
                    </m:oMath>
                  </m:oMathPara>
                </a14:m>
                <a:endParaRPr lang="en-US" sz="1600" dirty="0"/>
              </a:p>
            </p:txBody>
          </p:sp>
        </mc:Choice>
        <mc:Fallback xmlns="">
          <p:sp>
            <p:nvSpPr>
              <p:cNvPr id="34" name="TextBox 33">
                <a:extLst>
                  <a:ext uri="{FF2B5EF4-FFF2-40B4-BE49-F238E27FC236}">
                    <a16:creationId xmlns:a16="http://schemas.microsoft.com/office/drawing/2014/main" id="{E8366ED6-A03A-46BA-129E-07D0C978B6A1}"/>
                  </a:ext>
                </a:extLst>
              </p:cNvPr>
              <p:cNvSpPr txBox="1">
                <a:spLocks noRot="1" noChangeAspect="1" noMove="1" noResize="1" noEditPoints="1" noAdjustHandles="1" noChangeArrowheads="1" noChangeShapeType="1" noTextEdit="1"/>
              </p:cNvSpPr>
              <p:nvPr/>
            </p:nvSpPr>
            <p:spPr>
              <a:xfrm>
                <a:off x="9428728" y="3296085"/>
                <a:ext cx="2166227" cy="338554"/>
              </a:xfrm>
              <a:prstGeom prst="rect">
                <a:avLst/>
              </a:prstGeom>
              <a:blipFill>
                <a:blip r:embed="rId8"/>
                <a:stretch>
                  <a:fillRect b="-14545"/>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98B2124E-BFDE-5497-CC99-6EB06EEFF749}"/>
              </a:ext>
            </a:extLst>
          </p:cNvPr>
          <p:cNvSpPr/>
          <p:nvPr/>
        </p:nvSpPr>
        <p:spPr>
          <a:xfrm>
            <a:off x="7385671" y="192344"/>
            <a:ext cx="4351917" cy="2800767"/>
          </a:xfrm>
          <a:prstGeom prst="rect">
            <a:avLst/>
          </a:prstGeom>
          <a:solidFill>
            <a:schemeClr val="tx2">
              <a:lumMod val="10000"/>
            </a:schemeClr>
          </a:solidFill>
          <a:ln>
            <a:solidFill>
              <a:schemeClr val="accent4"/>
            </a:solidFill>
          </a:ln>
        </p:spPr>
        <p:txBody>
          <a:bodyPr wrap="square">
            <a:spAutoFit/>
          </a:bodyPr>
          <a:lstStyle/>
          <a:p>
            <a:r>
              <a:rPr lang="en-US" sz="1100" dirty="0">
                <a:solidFill>
                  <a:srgbClr val="569CD6"/>
                </a:solidFill>
                <a:latin typeface="Consolas" panose="020B0609020204030204" pitchFamily="49" charset="0"/>
              </a:rPr>
              <a:t>class</a:t>
            </a:r>
            <a:r>
              <a:rPr lang="en-US" sz="1100" dirty="0">
                <a:solidFill>
                  <a:srgbClr val="D4D4D4"/>
                </a:solidFill>
                <a:latin typeface="Consolas" panose="020B0609020204030204" pitchFamily="49" charset="0"/>
              </a:rPr>
              <a:t> </a:t>
            </a:r>
            <a:r>
              <a:rPr lang="en-US" sz="1100" dirty="0">
                <a:solidFill>
                  <a:srgbClr val="4EC9B0"/>
                </a:solidFill>
                <a:latin typeface="Consolas" panose="020B0609020204030204" pitchFamily="49" charset="0"/>
              </a:rPr>
              <a:t>node</a:t>
            </a:r>
            <a:r>
              <a:rPr lang="en-US" sz="1100" dirty="0">
                <a:solidFill>
                  <a:srgbClr val="D4D4D4"/>
                </a:solidFill>
                <a:latin typeface="Consolas" panose="020B0609020204030204" pitchFamily="49" charset="0"/>
              </a:rPr>
              <a:t> {</a:t>
            </a:r>
          </a:p>
          <a:p>
            <a:r>
              <a:rPr lang="en-US" sz="1100" dirty="0">
                <a:solidFill>
                  <a:srgbClr val="D4D4D4"/>
                </a:solidFill>
                <a:latin typeface="Consolas" panose="020B0609020204030204" pitchFamily="49" charset="0"/>
              </a:rPr>
              <a:t>  </a:t>
            </a:r>
            <a:r>
              <a:rPr lang="en-US" sz="1100" dirty="0">
                <a:solidFill>
                  <a:srgbClr val="569CD6"/>
                </a:solidFill>
                <a:latin typeface="Consolas" panose="020B0609020204030204" pitchFamily="49" charset="0"/>
              </a:rPr>
              <a:t>public:</a:t>
            </a:r>
            <a:endParaRPr lang="en-US" sz="1100" dirty="0">
              <a:solidFill>
                <a:srgbClr val="D4D4D4"/>
              </a:solidFill>
              <a:latin typeface="Consolas" panose="020B0609020204030204" pitchFamily="49" charset="0"/>
            </a:endParaRPr>
          </a:p>
          <a:p>
            <a:r>
              <a:rPr lang="en-US" sz="1100" dirty="0">
                <a:solidFill>
                  <a:srgbClr val="D4D4D4"/>
                </a:solidFill>
                <a:latin typeface="Consolas" panose="020B0609020204030204" pitchFamily="49" charset="0"/>
              </a:rPr>
              <a:t>    </a:t>
            </a:r>
            <a:r>
              <a:rPr lang="en-US" sz="1100" dirty="0">
                <a:solidFill>
                  <a:srgbClr val="569CD6"/>
                </a:solidFill>
                <a:latin typeface="Consolas" panose="020B0609020204030204" pitchFamily="49" charset="0"/>
              </a:rPr>
              <a:t>int</a:t>
            </a:r>
            <a:r>
              <a:rPr lang="en-US" sz="1100" dirty="0">
                <a:solidFill>
                  <a:srgbClr val="D4D4D4"/>
                </a:solidFill>
                <a:latin typeface="Consolas" panose="020B0609020204030204" pitchFamily="49" charset="0"/>
              </a:rPr>
              <a:t> </a:t>
            </a:r>
            <a:r>
              <a:rPr lang="en-US" sz="1100" dirty="0">
                <a:solidFill>
                  <a:srgbClr val="9CDCFE"/>
                </a:solidFill>
                <a:latin typeface="Consolas" panose="020B0609020204030204" pitchFamily="49" charset="0"/>
              </a:rPr>
              <a:t>data</a:t>
            </a:r>
            <a:r>
              <a:rPr lang="en-US" sz="1100" dirty="0">
                <a:solidFill>
                  <a:srgbClr val="D4D4D4"/>
                </a:solidFill>
                <a:latin typeface="Consolas" panose="020B0609020204030204" pitchFamily="49" charset="0"/>
              </a:rPr>
              <a:t>;</a:t>
            </a:r>
          </a:p>
          <a:p>
            <a:r>
              <a:rPr lang="en-US" sz="1100" dirty="0">
                <a:solidFill>
                  <a:srgbClr val="D4D4D4"/>
                </a:solidFill>
                <a:latin typeface="Consolas" panose="020B0609020204030204" pitchFamily="49" charset="0"/>
              </a:rPr>
              <a:t>    </a:t>
            </a:r>
            <a:r>
              <a:rPr lang="en-US" sz="1100" dirty="0">
                <a:solidFill>
                  <a:srgbClr val="4EC9B0"/>
                </a:solidFill>
                <a:latin typeface="Consolas" panose="020B0609020204030204" pitchFamily="49" charset="0"/>
              </a:rPr>
              <a:t>node</a:t>
            </a:r>
            <a:r>
              <a:rPr lang="en-US" sz="1100" dirty="0">
                <a:solidFill>
                  <a:srgbClr val="D4D4D4"/>
                </a:solidFill>
                <a:latin typeface="Consolas" panose="020B0609020204030204" pitchFamily="49" charset="0"/>
              </a:rPr>
              <a:t> *</a:t>
            </a:r>
            <a:r>
              <a:rPr lang="en-US" sz="1100" dirty="0">
                <a:solidFill>
                  <a:srgbClr val="9CDCFE"/>
                </a:solidFill>
                <a:latin typeface="Consolas" panose="020B0609020204030204" pitchFamily="49" charset="0"/>
              </a:rPr>
              <a:t>left</a:t>
            </a:r>
            <a:r>
              <a:rPr lang="en-US" sz="1100" dirty="0">
                <a:solidFill>
                  <a:srgbClr val="D4D4D4"/>
                </a:solidFill>
                <a:latin typeface="Consolas" panose="020B0609020204030204" pitchFamily="49" charset="0"/>
              </a:rPr>
              <a:t>, *</a:t>
            </a:r>
            <a:r>
              <a:rPr lang="en-US" sz="1100" dirty="0">
                <a:solidFill>
                  <a:srgbClr val="9CDCFE"/>
                </a:solidFill>
                <a:latin typeface="Consolas" panose="020B0609020204030204" pitchFamily="49" charset="0"/>
              </a:rPr>
              <a:t>right</a:t>
            </a:r>
            <a:r>
              <a:rPr lang="en-US" sz="1100" dirty="0">
                <a:solidFill>
                  <a:srgbClr val="D4D4D4"/>
                </a:solidFill>
                <a:latin typeface="Consolas" panose="020B0609020204030204" pitchFamily="49" charset="0"/>
              </a:rPr>
              <a:t>;</a:t>
            </a:r>
          </a:p>
          <a:p>
            <a:r>
              <a:rPr lang="en-US" sz="1100" dirty="0">
                <a:solidFill>
                  <a:srgbClr val="D4D4D4"/>
                </a:solidFill>
                <a:latin typeface="Consolas" panose="020B0609020204030204" pitchFamily="49" charset="0"/>
              </a:rPr>
              <a:t>};</a:t>
            </a:r>
          </a:p>
          <a:p>
            <a:br>
              <a:rPr lang="en-US" sz="1100" dirty="0">
                <a:solidFill>
                  <a:srgbClr val="D4D4D4"/>
                </a:solidFill>
                <a:latin typeface="Consolas" panose="020B0609020204030204" pitchFamily="49" charset="0"/>
              </a:rPr>
            </a:br>
            <a:r>
              <a:rPr lang="en-US" sz="1100" dirty="0">
                <a:solidFill>
                  <a:srgbClr val="569CD6"/>
                </a:solidFill>
                <a:latin typeface="Consolas" panose="020B0609020204030204" pitchFamily="49" charset="0"/>
              </a:rPr>
              <a:t>int</a:t>
            </a:r>
            <a:r>
              <a:rPr lang="en-US" sz="1100" dirty="0">
                <a:solidFill>
                  <a:srgbClr val="D4D4D4"/>
                </a:solidFill>
                <a:latin typeface="Consolas" panose="020B0609020204030204" pitchFamily="49" charset="0"/>
              </a:rPr>
              <a:t> </a:t>
            </a:r>
            <a:r>
              <a:rPr lang="en-US" sz="1100" dirty="0" err="1">
                <a:solidFill>
                  <a:srgbClr val="DCDCAA"/>
                </a:solidFill>
                <a:latin typeface="Consolas" panose="020B0609020204030204" pitchFamily="49" charset="0"/>
              </a:rPr>
              <a:t>get_height</a:t>
            </a:r>
            <a:r>
              <a:rPr lang="en-US" sz="1100" dirty="0">
                <a:solidFill>
                  <a:srgbClr val="D4D4D4"/>
                </a:solidFill>
                <a:latin typeface="Consolas" panose="020B0609020204030204" pitchFamily="49" charset="0"/>
              </a:rPr>
              <a:t>(</a:t>
            </a:r>
            <a:r>
              <a:rPr lang="en-US" sz="1100" dirty="0">
                <a:solidFill>
                  <a:srgbClr val="4EC9B0"/>
                </a:solidFill>
                <a:latin typeface="Consolas" panose="020B0609020204030204" pitchFamily="49" charset="0"/>
              </a:rPr>
              <a:t>node</a:t>
            </a:r>
            <a:r>
              <a:rPr lang="en-US" sz="1100" dirty="0">
                <a:solidFill>
                  <a:srgbClr val="D4D4D4"/>
                </a:solidFill>
                <a:latin typeface="Consolas" panose="020B0609020204030204" pitchFamily="49" charset="0"/>
              </a:rPr>
              <a:t> </a:t>
            </a:r>
            <a:r>
              <a:rPr lang="en-US" sz="1100" dirty="0">
                <a:solidFill>
                  <a:srgbClr val="569CD6"/>
                </a:solidFill>
                <a:latin typeface="Consolas" panose="020B0609020204030204" pitchFamily="49" charset="0"/>
              </a:rPr>
              <a:t>*</a:t>
            </a:r>
            <a:r>
              <a:rPr lang="en-US" sz="1100" dirty="0">
                <a:solidFill>
                  <a:srgbClr val="9CDCFE"/>
                </a:solidFill>
                <a:latin typeface="Consolas" panose="020B0609020204030204" pitchFamily="49" charset="0"/>
              </a:rPr>
              <a:t>n</a:t>
            </a:r>
            <a:r>
              <a:rPr lang="en-US" sz="1100" dirty="0">
                <a:solidFill>
                  <a:srgbClr val="D4D4D4"/>
                </a:solidFill>
                <a:latin typeface="Consolas" panose="020B0609020204030204" pitchFamily="49" charset="0"/>
              </a:rPr>
              <a:t>) {</a:t>
            </a:r>
          </a:p>
          <a:p>
            <a:r>
              <a:rPr lang="en-US" sz="1100" dirty="0">
                <a:solidFill>
                  <a:srgbClr val="D4D4D4"/>
                </a:solidFill>
                <a:latin typeface="Consolas" panose="020B0609020204030204" pitchFamily="49" charset="0"/>
              </a:rPr>
              <a:t>  </a:t>
            </a:r>
            <a:r>
              <a:rPr lang="en-US" sz="1100" dirty="0">
                <a:solidFill>
                  <a:srgbClr val="C586C0"/>
                </a:solidFill>
                <a:latin typeface="Consolas" panose="020B0609020204030204" pitchFamily="49" charset="0"/>
              </a:rPr>
              <a:t>if</a:t>
            </a:r>
            <a:r>
              <a:rPr lang="en-US" sz="1100" dirty="0">
                <a:solidFill>
                  <a:srgbClr val="D4D4D4"/>
                </a:solidFill>
                <a:latin typeface="Consolas" panose="020B0609020204030204" pitchFamily="49" charset="0"/>
              </a:rPr>
              <a:t> (</a:t>
            </a:r>
            <a:r>
              <a:rPr lang="en-US" sz="1100" dirty="0">
                <a:solidFill>
                  <a:srgbClr val="9CDCFE"/>
                </a:solidFill>
                <a:latin typeface="Consolas" panose="020B0609020204030204" pitchFamily="49" charset="0"/>
              </a:rPr>
              <a:t>n</a:t>
            </a:r>
            <a:r>
              <a:rPr lang="en-US" sz="1100" dirty="0">
                <a:solidFill>
                  <a:srgbClr val="D4D4D4"/>
                </a:solidFill>
                <a:latin typeface="Consolas" panose="020B0609020204030204" pitchFamily="49" charset="0"/>
              </a:rPr>
              <a:t> == </a:t>
            </a:r>
            <a:r>
              <a:rPr lang="en-US" sz="1100" dirty="0">
                <a:solidFill>
                  <a:srgbClr val="569CD6"/>
                </a:solidFill>
                <a:latin typeface="Consolas" panose="020B0609020204030204" pitchFamily="49" charset="0"/>
              </a:rPr>
              <a:t>NULL</a:t>
            </a:r>
            <a:r>
              <a:rPr lang="en-US" sz="1100" dirty="0">
                <a:solidFill>
                  <a:srgbClr val="D4D4D4"/>
                </a:solidFill>
                <a:latin typeface="Consolas" panose="020B0609020204030204" pitchFamily="49" charset="0"/>
              </a:rPr>
              <a:t>) </a:t>
            </a:r>
            <a:r>
              <a:rPr lang="en-US" sz="1100" dirty="0">
                <a:solidFill>
                  <a:srgbClr val="C586C0"/>
                </a:solidFill>
                <a:latin typeface="Consolas" panose="020B0609020204030204" pitchFamily="49" charset="0"/>
              </a:rPr>
              <a:t>return</a:t>
            </a:r>
            <a:r>
              <a:rPr lang="en-US" sz="1100" dirty="0">
                <a:solidFill>
                  <a:srgbClr val="D4D4D4"/>
                </a:solidFill>
                <a:latin typeface="Consolas" panose="020B0609020204030204" pitchFamily="49" charset="0"/>
              </a:rPr>
              <a:t> -</a:t>
            </a:r>
            <a:r>
              <a:rPr lang="en-US" sz="1100" dirty="0">
                <a:solidFill>
                  <a:srgbClr val="B5CEA8"/>
                </a:solidFill>
                <a:latin typeface="Consolas" panose="020B0609020204030204" pitchFamily="49" charset="0"/>
              </a:rPr>
              <a:t>1</a:t>
            </a:r>
            <a:r>
              <a:rPr lang="en-US" sz="1100" dirty="0">
                <a:solidFill>
                  <a:srgbClr val="D4D4D4"/>
                </a:solidFill>
                <a:latin typeface="Consolas" panose="020B0609020204030204" pitchFamily="49" charset="0"/>
              </a:rPr>
              <a:t>;</a:t>
            </a:r>
          </a:p>
          <a:p>
            <a:r>
              <a:rPr lang="en-US" sz="1100" dirty="0">
                <a:solidFill>
                  <a:srgbClr val="D4D4D4"/>
                </a:solidFill>
                <a:latin typeface="Consolas" panose="020B0609020204030204" pitchFamily="49" charset="0"/>
              </a:rPr>
              <a:t>  </a:t>
            </a:r>
            <a:r>
              <a:rPr lang="en-US" sz="1100" dirty="0">
                <a:solidFill>
                  <a:srgbClr val="C586C0"/>
                </a:solidFill>
                <a:latin typeface="Consolas" panose="020B0609020204030204" pitchFamily="49" charset="0"/>
              </a:rPr>
              <a:t>return</a:t>
            </a:r>
            <a:r>
              <a:rPr lang="en-US" sz="1100" dirty="0">
                <a:solidFill>
                  <a:srgbClr val="D4D4D4"/>
                </a:solidFill>
                <a:latin typeface="Consolas" panose="020B0609020204030204" pitchFamily="49" charset="0"/>
              </a:rPr>
              <a:t> </a:t>
            </a:r>
            <a:r>
              <a:rPr lang="en-US" sz="1100" dirty="0">
                <a:solidFill>
                  <a:srgbClr val="B5CEA8"/>
                </a:solidFill>
                <a:latin typeface="Consolas" panose="020B0609020204030204" pitchFamily="49" charset="0"/>
              </a:rPr>
              <a:t>1</a:t>
            </a:r>
            <a:r>
              <a:rPr lang="en-US" sz="1100" dirty="0">
                <a:solidFill>
                  <a:srgbClr val="D4D4D4"/>
                </a:solidFill>
                <a:latin typeface="Consolas" panose="020B0609020204030204" pitchFamily="49" charset="0"/>
              </a:rPr>
              <a:t> + </a:t>
            </a:r>
            <a:r>
              <a:rPr lang="en-US" sz="1100" dirty="0">
                <a:solidFill>
                  <a:srgbClr val="4EC9B0"/>
                </a:solidFill>
                <a:latin typeface="Consolas" panose="020B0609020204030204" pitchFamily="49" charset="0"/>
              </a:rPr>
              <a:t>std</a:t>
            </a:r>
            <a:r>
              <a:rPr lang="en-US" sz="1100" dirty="0">
                <a:solidFill>
                  <a:srgbClr val="D4D4D4"/>
                </a:solidFill>
                <a:latin typeface="Consolas" panose="020B0609020204030204" pitchFamily="49" charset="0"/>
              </a:rPr>
              <a:t>::</a:t>
            </a:r>
            <a:r>
              <a:rPr lang="en-US" sz="1100" dirty="0">
                <a:solidFill>
                  <a:srgbClr val="DCDCAA"/>
                </a:solidFill>
                <a:latin typeface="Consolas" panose="020B0609020204030204" pitchFamily="49" charset="0"/>
              </a:rPr>
              <a:t>max</a:t>
            </a:r>
            <a:r>
              <a:rPr lang="en-US" sz="1100" dirty="0">
                <a:solidFill>
                  <a:srgbClr val="D4D4D4"/>
                </a:solidFill>
                <a:latin typeface="Consolas" panose="020B0609020204030204" pitchFamily="49" charset="0"/>
              </a:rPr>
              <a:t>(</a:t>
            </a:r>
            <a:r>
              <a:rPr lang="en-US" sz="1100" dirty="0" err="1">
                <a:solidFill>
                  <a:srgbClr val="DCDCAA"/>
                </a:solidFill>
                <a:latin typeface="Consolas" panose="020B0609020204030204" pitchFamily="49" charset="0"/>
              </a:rPr>
              <a:t>get_height</a:t>
            </a:r>
            <a:r>
              <a:rPr lang="en-US" sz="1100" dirty="0">
                <a:solidFill>
                  <a:srgbClr val="D4D4D4"/>
                </a:solidFill>
                <a:latin typeface="Consolas" panose="020B0609020204030204" pitchFamily="49" charset="0"/>
              </a:rPr>
              <a:t>(</a:t>
            </a:r>
            <a:r>
              <a:rPr lang="en-US" sz="1100" dirty="0">
                <a:solidFill>
                  <a:srgbClr val="9CDCFE"/>
                </a:solidFill>
                <a:latin typeface="Consolas" panose="020B0609020204030204" pitchFamily="49" charset="0"/>
              </a:rPr>
              <a:t>n</a:t>
            </a:r>
            <a:r>
              <a:rPr lang="en-US" sz="1100" dirty="0">
                <a:solidFill>
                  <a:srgbClr val="D4D4D4"/>
                </a:solidFill>
                <a:latin typeface="Consolas" panose="020B0609020204030204" pitchFamily="49" charset="0"/>
              </a:rPr>
              <a:t>-&gt;</a:t>
            </a:r>
            <a:r>
              <a:rPr lang="en-US" sz="1100" dirty="0">
                <a:solidFill>
                  <a:srgbClr val="9CDCFE"/>
                </a:solidFill>
                <a:latin typeface="Consolas" panose="020B0609020204030204" pitchFamily="49" charset="0"/>
              </a:rPr>
              <a:t>left</a:t>
            </a:r>
            <a:r>
              <a:rPr lang="en-US" sz="1100" dirty="0">
                <a:solidFill>
                  <a:srgbClr val="D4D4D4"/>
                </a:solidFill>
                <a:latin typeface="Consolas" panose="020B0609020204030204" pitchFamily="49" charset="0"/>
              </a:rPr>
              <a:t>),</a:t>
            </a:r>
          </a:p>
          <a:p>
            <a:r>
              <a:rPr lang="en-US" sz="1100" dirty="0">
                <a:solidFill>
                  <a:srgbClr val="D4D4D4"/>
                </a:solidFill>
                <a:latin typeface="Consolas" panose="020B0609020204030204" pitchFamily="49" charset="0"/>
              </a:rPr>
              <a:t>                      </a:t>
            </a:r>
            <a:r>
              <a:rPr lang="en-US" sz="1100" dirty="0" err="1">
                <a:solidFill>
                  <a:srgbClr val="DCDCAA"/>
                </a:solidFill>
                <a:latin typeface="Consolas" panose="020B0609020204030204" pitchFamily="49" charset="0"/>
              </a:rPr>
              <a:t>get_height</a:t>
            </a:r>
            <a:r>
              <a:rPr lang="en-US" sz="1100" dirty="0">
                <a:solidFill>
                  <a:srgbClr val="D4D4D4"/>
                </a:solidFill>
                <a:latin typeface="Consolas" panose="020B0609020204030204" pitchFamily="49" charset="0"/>
              </a:rPr>
              <a:t>(</a:t>
            </a:r>
            <a:r>
              <a:rPr lang="en-US" sz="1100" dirty="0">
                <a:solidFill>
                  <a:srgbClr val="9CDCFE"/>
                </a:solidFill>
                <a:latin typeface="Consolas" panose="020B0609020204030204" pitchFamily="49" charset="0"/>
              </a:rPr>
              <a:t>n</a:t>
            </a:r>
            <a:r>
              <a:rPr lang="en-US" sz="1100" dirty="0">
                <a:solidFill>
                  <a:srgbClr val="D4D4D4"/>
                </a:solidFill>
                <a:latin typeface="Consolas" panose="020B0609020204030204" pitchFamily="49" charset="0"/>
              </a:rPr>
              <a:t>-&gt;</a:t>
            </a:r>
            <a:r>
              <a:rPr lang="en-US" sz="1100" dirty="0">
                <a:solidFill>
                  <a:srgbClr val="9CDCFE"/>
                </a:solidFill>
                <a:latin typeface="Consolas" panose="020B0609020204030204" pitchFamily="49" charset="0"/>
              </a:rPr>
              <a:t>right</a:t>
            </a:r>
            <a:r>
              <a:rPr lang="en-US" sz="1100" dirty="0">
                <a:solidFill>
                  <a:srgbClr val="D4D4D4"/>
                </a:solidFill>
                <a:latin typeface="Consolas" panose="020B0609020204030204" pitchFamily="49" charset="0"/>
              </a:rPr>
              <a:t>));</a:t>
            </a:r>
          </a:p>
          <a:p>
            <a:r>
              <a:rPr lang="en-US" sz="1100" dirty="0">
                <a:solidFill>
                  <a:srgbClr val="D4D4D4"/>
                </a:solidFill>
                <a:latin typeface="Consolas" panose="020B0609020204030204" pitchFamily="49" charset="0"/>
              </a:rPr>
              <a:t>}</a:t>
            </a:r>
          </a:p>
          <a:p>
            <a:endParaRPr lang="en-US" sz="1100" dirty="0">
              <a:solidFill>
                <a:srgbClr val="D4D4D4"/>
              </a:solidFill>
              <a:latin typeface="Consolas" panose="020B0609020204030204" pitchFamily="49" charset="0"/>
            </a:endParaRPr>
          </a:p>
          <a:p>
            <a:r>
              <a:rPr lang="en-US" sz="1100" dirty="0">
                <a:solidFill>
                  <a:srgbClr val="569CD6"/>
                </a:solidFill>
                <a:latin typeface="Consolas" panose="020B0609020204030204" pitchFamily="49" charset="0"/>
              </a:rPr>
              <a:t>int</a:t>
            </a:r>
            <a:r>
              <a:rPr lang="en-US" sz="1100" dirty="0">
                <a:solidFill>
                  <a:srgbClr val="D4D4D4"/>
                </a:solidFill>
                <a:latin typeface="Consolas" panose="020B0609020204030204" pitchFamily="49" charset="0"/>
              </a:rPr>
              <a:t> </a:t>
            </a:r>
            <a:r>
              <a:rPr lang="en-US" sz="1100" dirty="0" err="1">
                <a:solidFill>
                  <a:srgbClr val="DCDCAA"/>
                </a:solidFill>
                <a:latin typeface="Consolas" panose="020B0609020204030204" pitchFamily="49" charset="0"/>
              </a:rPr>
              <a:t>balance_value</a:t>
            </a:r>
            <a:r>
              <a:rPr lang="en-US" sz="1100" dirty="0">
                <a:solidFill>
                  <a:srgbClr val="D4D4D4"/>
                </a:solidFill>
                <a:latin typeface="Consolas" panose="020B0609020204030204" pitchFamily="49" charset="0"/>
              </a:rPr>
              <a:t>(</a:t>
            </a:r>
            <a:r>
              <a:rPr lang="en-US" sz="1100" dirty="0">
                <a:solidFill>
                  <a:srgbClr val="4EC9B0"/>
                </a:solidFill>
                <a:latin typeface="Consolas" panose="020B0609020204030204" pitchFamily="49" charset="0"/>
              </a:rPr>
              <a:t>node</a:t>
            </a:r>
            <a:r>
              <a:rPr lang="en-US" sz="1100" dirty="0">
                <a:solidFill>
                  <a:srgbClr val="D4D4D4"/>
                </a:solidFill>
                <a:latin typeface="Consolas" panose="020B0609020204030204" pitchFamily="49" charset="0"/>
              </a:rPr>
              <a:t> </a:t>
            </a:r>
            <a:r>
              <a:rPr lang="en-US" sz="1100" dirty="0">
                <a:solidFill>
                  <a:srgbClr val="569CD6"/>
                </a:solidFill>
                <a:latin typeface="Consolas" panose="020B0609020204030204" pitchFamily="49" charset="0"/>
              </a:rPr>
              <a:t>*</a:t>
            </a:r>
            <a:r>
              <a:rPr lang="en-US" sz="1100" dirty="0">
                <a:solidFill>
                  <a:srgbClr val="9CDCFE"/>
                </a:solidFill>
                <a:latin typeface="Consolas" panose="020B0609020204030204" pitchFamily="49" charset="0"/>
              </a:rPr>
              <a:t>n</a:t>
            </a:r>
            <a:r>
              <a:rPr lang="en-US" sz="1100" dirty="0">
                <a:solidFill>
                  <a:srgbClr val="D4D4D4"/>
                </a:solidFill>
                <a:latin typeface="Consolas" panose="020B0609020204030204" pitchFamily="49" charset="0"/>
              </a:rPr>
              <a:t>) {</a:t>
            </a:r>
          </a:p>
          <a:p>
            <a:r>
              <a:rPr lang="en-US" sz="1100" dirty="0">
                <a:solidFill>
                  <a:srgbClr val="D4D4D4"/>
                </a:solidFill>
                <a:latin typeface="Consolas" panose="020B0609020204030204" pitchFamily="49" charset="0"/>
              </a:rPr>
              <a:t>  </a:t>
            </a:r>
            <a:r>
              <a:rPr lang="en-US" sz="1100" dirty="0">
                <a:solidFill>
                  <a:srgbClr val="C586C0"/>
                </a:solidFill>
                <a:latin typeface="Consolas" panose="020B0609020204030204" pitchFamily="49" charset="0"/>
              </a:rPr>
              <a:t>if</a:t>
            </a:r>
            <a:r>
              <a:rPr lang="en-US" sz="1100" dirty="0">
                <a:solidFill>
                  <a:srgbClr val="D4D4D4"/>
                </a:solidFill>
                <a:latin typeface="Consolas" panose="020B0609020204030204" pitchFamily="49" charset="0"/>
              </a:rPr>
              <a:t> (</a:t>
            </a:r>
            <a:r>
              <a:rPr lang="en-US" sz="1100" dirty="0">
                <a:solidFill>
                  <a:srgbClr val="9CDCFE"/>
                </a:solidFill>
                <a:latin typeface="Consolas" panose="020B0609020204030204" pitchFamily="49" charset="0"/>
              </a:rPr>
              <a:t>n</a:t>
            </a:r>
            <a:r>
              <a:rPr lang="en-US" sz="1100" dirty="0">
                <a:solidFill>
                  <a:srgbClr val="D4D4D4"/>
                </a:solidFill>
                <a:latin typeface="Consolas" panose="020B0609020204030204" pitchFamily="49" charset="0"/>
              </a:rPr>
              <a:t> == </a:t>
            </a:r>
            <a:r>
              <a:rPr lang="en-US" sz="1100" dirty="0">
                <a:solidFill>
                  <a:srgbClr val="569CD6"/>
                </a:solidFill>
                <a:latin typeface="Consolas" panose="020B0609020204030204" pitchFamily="49" charset="0"/>
              </a:rPr>
              <a:t>NULL</a:t>
            </a:r>
            <a:r>
              <a:rPr lang="en-US" sz="1100" dirty="0">
                <a:solidFill>
                  <a:srgbClr val="D4D4D4"/>
                </a:solidFill>
                <a:latin typeface="Consolas" panose="020B0609020204030204" pitchFamily="49" charset="0"/>
              </a:rPr>
              <a:t>) </a:t>
            </a:r>
            <a:r>
              <a:rPr lang="en-US" sz="1100" dirty="0">
                <a:solidFill>
                  <a:srgbClr val="C586C0"/>
                </a:solidFill>
                <a:latin typeface="Consolas" panose="020B0609020204030204" pitchFamily="49" charset="0"/>
              </a:rPr>
              <a:t>return</a:t>
            </a:r>
            <a:r>
              <a:rPr lang="en-US" sz="1100" dirty="0">
                <a:solidFill>
                  <a:srgbClr val="D4D4D4"/>
                </a:solidFill>
                <a:latin typeface="Consolas" panose="020B0609020204030204" pitchFamily="49" charset="0"/>
              </a:rPr>
              <a:t> 0;</a:t>
            </a:r>
          </a:p>
          <a:p>
            <a:r>
              <a:rPr lang="en-US" sz="1100" dirty="0">
                <a:solidFill>
                  <a:srgbClr val="D4D4D4"/>
                </a:solidFill>
                <a:latin typeface="Consolas" panose="020B0609020204030204" pitchFamily="49" charset="0"/>
              </a:rPr>
              <a:t>  </a:t>
            </a:r>
            <a:r>
              <a:rPr lang="en-US" sz="1100" dirty="0">
                <a:solidFill>
                  <a:srgbClr val="C586C0"/>
                </a:solidFill>
                <a:latin typeface="Consolas" panose="020B0609020204030204" pitchFamily="49" charset="0"/>
              </a:rPr>
              <a:t>return</a:t>
            </a:r>
            <a:r>
              <a:rPr lang="en-US" sz="1100" dirty="0">
                <a:solidFill>
                  <a:srgbClr val="D4D4D4"/>
                </a:solidFill>
                <a:latin typeface="Consolas" panose="020B0609020204030204" pitchFamily="49" charset="0"/>
              </a:rPr>
              <a:t> </a:t>
            </a:r>
            <a:r>
              <a:rPr lang="en-US" sz="1100" dirty="0" err="1">
                <a:solidFill>
                  <a:srgbClr val="DCDCAA"/>
                </a:solidFill>
                <a:latin typeface="Consolas" panose="020B0609020204030204" pitchFamily="49" charset="0"/>
              </a:rPr>
              <a:t>get_height</a:t>
            </a:r>
            <a:r>
              <a:rPr lang="en-US" sz="1100" dirty="0">
                <a:solidFill>
                  <a:srgbClr val="D4D4D4"/>
                </a:solidFill>
                <a:latin typeface="Consolas" panose="020B0609020204030204" pitchFamily="49" charset="0"/>
              </a:rPr>
              <a:t>(</a:t>
            </a:r>
            <a:r>
              <a:rPr lang="en-US" sz="1100" dirty="0">
                <a:solidFill>
                  <a:srgbClr val="9CDCFE"/>
                </a:solidFill>
                <a:latin typeface="Consolas" panose="020B0609020204030204" pitchFamily="49" charset="0"/>
              </a:rPr>
              <a:t>n</a:t>
            </a:r>
            <a:r>
              <a:rPr lang="en-US" sz="1100" dirty="0">
                <a:solidFill>
                  <a:srgbClr val="D4D4D4"/>
                </a:solidFill>
                <a:latin typeface="Consolas" panose="020B0609020204030204" pitchFamily="49" charset="0"/>
              </a:rPr>
              <a:t>-&gt;</a:t>
            </a:r>
            <a:r>
              <a:rPr lang="en-US" sz="1100" dirty="0">
                <a:solidFill>
                  <a:srgbClr val="9CDCFE"/>
                </a:solidFill>
                <a:latin typeface="Consolas" panose="020B0609020204030204" pitchFamily="49" charset="0"/>
              </a:rPr>
              <a:t>right</a:t>
            </a:r>
            <a:r>
              <a:rPr lang="en-US" sz="1100" dirty="0">
                <a:solidFill>
                  <a:srgbClr val="D4D4D4"/>
                </a:solidFill>
                <a:latin typeface="Consolas" panose="020B0609020204030204" pitchFamily="49" charset="0"/>
              </a:rPr>
              <a:t>) - </a:t>
            </a:r>
            <a:r>
              <a:rPr lang="en-US" sz="1100" dirty="0" err="1">
                <a:solidFill>
                  <a:srgbClr val="DCDCAA"/>
                </a:solidFill>
                <a:latin typeface="Consolas" panose="020B0609020204030204" pitchFamily="49" charset="0"/>
              </a:rPr>
              <a:t>get_height</a:t>
            </a:r>
            <a:r>
              <a:rPr lang="en-US" sz="1100" dirty="0">
                <a:solidFill>
                  <a:srgbClr val="D4D4D4"/>
                </a:solidFill>
                <a:latin typeface="Consolas" panose="020B0609020204030204" pitchFamily="49" charset="0"/>
              </a:rPr>
              <a:t>(</a:t>
            </a:r>
            <a:r>
              <a:rPr lang="en-US" sz="1100" dirty="0">
                <a:solidFill>
                  <a:srgbClr val="9CDCFE"/>
                </a:solidFill>
                <a:latin typeface="Consolas" panose="020B0609020204030204" pitchFamily="49" charset="0"/>
              </a:rPr>
              <a:t>n</a:t>
            </a:r>
            <a:r>
              <a:rPr lang="en-US" sz="1100" dirty="0">
                <a:solidFill>
                  <a:srgbClr val="D4D4D4"/>
                </a:solidFill>
                <a:latin typeface="Consolas" panose="020B0609020204030204" pitchFamily="49" charset="0"/>
              </a:rPr>
              <a:t>-&gt;</a:t>
            </a:r>
            <a:r>
              <a:rPr lang="en-US" sz="1100" dirty="0">
                <a:solidFill>
                  <a:srgbClr val="9CDCFE"/>
                </a:solidFill>
                <a:latin typeface="Consolas" panose="020B0609020204030204" pitchFamily="49" charset="0"/>
              </a:rPr>
              <a:t>left</a:t>
            </a:r>
            <a:r>
              <a:rPr lang="en-US" sz="1100" dirty="0">
                <a:solidFill>
                  <a:srgbClr val="D4D4D4"/>
                </a:solidFill>
                <a:latin typeface="Consolas" panose="020B0609020204030204" pitchFamily="49" charset="0"/>
              </a:rPr>
              <a:t>);</a:t>
            </a:r>
          </a:p>
          <a:p>
            <a:r>
              <a:rPr lang="en-US" sz="1100" dirty="0">
                <a:solidFill>
                  <a:srgbClr val="D4D4D4"/>
                </a:solidFill>
                <a:latin typeface="Consolas" panose="020B0609020204030204" pitchFamily="49" charset="0"/>
              </a:rPr>
              <a:t>}</a:t>
            </a:r>
          </a:p>
        </p:txBody>
      </p:sp>
    </p:spTree>
    <p:extLst>
      <p:ext uri="{BB962C8B-B14F-4D97-AF65-F5344CB8AC3E}">
        <p14:creationId xmlns:p14="http://schemas.microsoft.com/office/powerpoint/2010/main" val="1500485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5" name="Straight Connector 164">
            <a:extLst>
              <a:ext uri="{FF2B5EF4-FFF2-40B4-BE49-F238E27FC236}">
                <a16:creationId xmlns:a16="http://schemas.microsoft.com/office/drawing/2014/main" id="{7DC6D3CC-2CAF-F832-DCE9-F00C88126939}"/>
              </a:ext>
            </a:extLst>
          </p:cNvPr>
          <p:cNvCxnSpPr>
            <a:cxnSpLocks/>
            <a:stCxn id="166" idx="1"/>
            <a:endCxn id="158" idx="1"/>
          </p:cNvCxnSpPr>
          <p:nvPr/>
        </p:nvCxnSpPr>
        <p:spPr>
          <a:xfrm flipH="1" flipV="1">
            <a:off x="7766473" y="5269000"/>
            <a:ext cx="415931"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66" name="Arc 165">
            <a:extLst>
              <a:ext uri="{FF2B5EF4-FFF2-40B4-BE49-F238E27FC236}">
                <a16:creationId xmlns:a16="http://schemas.microsoft.com/office/drawing/2014/main" id="{5255DB78-B3EF-257B-793E-0F9D2D3F7DF6}"/>
              </a:ext>
            </a:extLst>
          </p:cNvPr>
          <p:cNvSpPr/>
          <p:nvPr/>
        </p:nvSpPr>
        <p:spPr>
          <a:xfrm>
            <a:off x="7990936" y="590620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50</a:t>
            </a:r>
            <a:endParaRPr lang="th-TH" sz="2000" dirty="0">
              <a:solidFill>
                <a:sysClr val="windowText" lastClr="000000"/>
              </a:solidFill>
            </a:endParaRPr>
          </a:p>
        </p:txBody>
      </p:sp>
      <p:cxnSp>
        <p:nvCxnSpPr>
          <p:cNvPr id="127" name="Straight Connector 126">
            <a:extLst>
              <a:ext uri="{FF2B5EF4-FFF2-40B4-BE49-F238E27FC236}">
                <a16:creationId xmlns:a16="http://schemas.microsoft.com/office/drawing/2014/main" id="{885DA9E5-020B-4872-DADB-CDC4C76CF89E}"/>
              </a:ext>
            </a:extLst>
          </p:cNvPr>
          <p:cNvCxnSpPr>
            <a:cxnSpLocks/>
            <a:stCxn id="128" idx="1"/>
            <a:endCxn id="103" idx="1"/>
          </p:cNvCxnSpPr>
          <p:nvPr/>
        </p:nvCxnSpPr>
        <p:spPr>
          <a:xfrm flipH="1" flipV="1">
            <a:off x="10745067" y="5406970"/>
            <a:ext cx="242754" cy="69070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7CE797AF-2E3A-5FBD-8892-C84CC68D3103}"/>
              </a:ext>
            </a:extLst>
          </p:cNvPr>
          <p:cNvCxnSpPr>
            <a:cxnSpLocks/>
            <a:stCxn id="103" idx="1"/>
            <a:endCxn id="96" idx="1"/>
          </p:cNvCxnSpPr>
          <p:nvPr/>
        </p:nvCxnSpPr>
        <p:spPr>
          <a:xfrm flipV="1">
            <a:off x="10745067" y="4578295"/>
            <a:ext cx="294040"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2" name="Rectangle: Rounded Corners 61">
            <a:extLst>
              <a:ext uri="{FF2B5EF4-FFF2-40B4-BE49-F238E27FC236}">
                <a16:creationId xmlns:a16="http://schemas.microsoft.com/office/drawing/2014/main" id="{9DF51985-203A-841D-0A0C-B77F4A295465}"/>
              </a:ext>
            </a:extLst>
          </p:cNvPr>
          <p:cNvSpPr/>
          <p:nvPr/>
        </p:nvSpPr>
        <p:spPr>
          <a:xfrm>
            <a:off x="385894" y="1230594"/>
            <a:ext cx="1970108" cy="164263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139D6AC1-908C-077D-38B2-91A3BA033783}"/>
              </a:ext>
            </a:extLst>
          </p:cNvPr>
          <p:cNvCxnSpPr>
            <a:cxnSpLocks/>
            <a:stCxn id="59" idx="1"/>
            <a:endCxn id="53" idx="1"/>
          </p:cNvCxnSpPr>
          <p:nvPr/>
        </p:nvCxnSpPr>
        <p:spPr>
          <a:xfrm flipH="1" flipV="1">
            <a:off x="5012291" y="2623909"/>
            <a:ext cx="489341" cy="70562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30CB45F-F219-5350-711A-0DFB96A057C5}"/>
              </a:ext>
            </a:extLst>
          </p:cNvPr>
          <p:cNvSpPr>
            <a:spLocks noGrp="1"/>
          </p:cNvSpPr>
          <p:nvPr>
            <p:ph type="title"/>
          </p:nvPr>
        </p:nvSpPr>
        <p:spPr/>
        <p:txBody>
          <a:bodyPr/>
          <a:lstStyle/>
          <a:p>
            <a:r>
              <a:rPr lang="en-US" dirty="0"/>
              <a:t>Example</a:t>
            </a:r>
          </a:p>
        </p:txBody>
      </p:sp>
      <p:cxnSp>
        <p:nvCxnSpPr>
          <p:cNvPr id="16" name="Straight Connector 15">
            <a:extLst>
              <a:ext uri="{FF2B5EF4-FFF2-40B4-BE49-F238E27FC236}">
                <a16:creationId xmlns:a16="http://schemas.microsoft.com/office/drawing/2014/main" id="{808EEF0D-0E41-5407-FE1D-4FCE4B1D03C4}"/>
              </a:ext>
            </a:extLst>
          </p:cNvPr>
          <p:cNvCxnSpPr>
            <a:cxnSpLocks/>
            <a:stCxn id="19" idx="1"/>
            <a:endCxn id="18" idx="1"/>
          </p:cNvCxnSpPr>
          <p:nvPr/>
        </p:nvCxnSpPr>
        <p:spPr>
          <a:xfrm flipV="1">
            <a:off x="769468" y="1591525"/>
            <a:ext cx="553399"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BF8501A-F89F-FD5C-394E-0D2AAF8D372A}"/>
              </a:ext>
            </a:extLst>
          </p:cNvPr>
          <p:cNvCxnSpPr>
            <a:cxnSpLocks/>
            <a:stCxn id="20" idx="1"/>
            <a:endCxn id="18" idx="1"/>
          </p:cNvCxnSpPr>
          <p:nvPr/>
        </p:nvCxnSpPr>
        <p:spPr>
          <a:xfrm flipH="1" flipV="1">
            <a:off x="1322867" y="1591525"/>
            <a:ext cx="553398" cy="8346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Arc 17">
            <a:extLst>
              <a:ext uri="{FF2B5EF4-FFF2-40B4-BE49-F238E27FC236}">
                <a16:creationId xmlns:a16="http://schemas.microsoft.com/office/drawing/2014/main" id="{959E6657-DBD1-5DF4-FA0C-6399BBAA6B82}"/>
              </a:ext>
            </a:extLst>
          </p:cNvPr>
          <p:cNvSpPr/>
          <p:nvPr/>
        </p:nvSpPr>
        <p:spPr>
          <a:xfrm>
            <a:off x="1131399" y="140005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a:t>
            </a:r>
            <a:endParaRPr lang="th-TH" sz="2000" dirty="0">
              <a:solidFill>
                <a:sysClr val="windowText" lastClr="000000"/>
              </a:solidFill>
            </a:endParaRPr>
          </a:p>
        </p:txBody>
      </p:sp>
      <p:sp>
        <p:nvSpPr>
          <p:cNvPr id="19" name="Arc 18">
            <a:extLst>
              <a:ext uri="{FF2B5EF4-FFF2-40B4-BE49-F238E27FC236}">
                <a16:creationId xmlns:a16="http://schemas.microsoft.com/office/drawing/2014/main" id="{B3A42916-338D-ABAB-24B3-E16AA323ACDB}"/>
              </a:ext>
            </a:extLst>
          </p:cNvPr>
          <p:cNvSpPr/>
          <p:nvPr/>
        </p:nvSpPr>
        <p:spPr>
          <a:xfrm>
            <a:off x="578000" y="2228732"/>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20" name="Arc 19">
            <a:extLst>
              <a:ext uri="{FF2B5EF4-FFF2-40B4-BE49-F238E27FC236}">
                <a16:creationId xmlns:a16="http://schemas.microsoft.com/office/drawing/2014/main" id="{52DFDCDE-1B5C-35B5-E6A3-67145B107FCD}"/>
              </a:ext>
            </a:extLst>
          </p:cNvPr>
          <p:cNvSpPr/>
          <p:nvPr/>
        </p:nvSpPr>
        <p:spPr>
          <a:xfrm>
            <a:off x="1684797" y="223467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a:t>
            </a:r>
            <a:endParaRPr lang="th-TH" sz="2000" dirty="0">
              <a:solidFill>
                <a:sysClr val="windowText" lastClr="000000"/>
              </a:solidFill>
            </a:endParaRPr>
          </a:p>
        </p:txBody>
      </p:sp>
      <p:pic>
        <p:nvPicPr>
          <p:cNvPr id="21" name="Graphic 20" descr="Close">
            <a:extLst>
              <a:ext uri="{FF2B5EF4-FFF2-40B4-BE49-F238E27FC236}">
                <a16:creationId xmlns:a16="http://schemas.microsoft.com/office/drawing/2014/main" id="{5F03F4D1-F37E-E26C-4CC9-76F87116E2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3756" y="4125749"/>
            <a:ext cx="474777" cy="474777"/>
          </a:xfrm>
          <a:prstGeom prst="rect">
            <a:avLst/>
          </a:prstGeom>
        </p:spPr>
      </p:pic>
      <p:cxnSp>
        <p:nvCxnSpPr>
          <p:cNvPr id="25" name="Straight Connector 24">
            <a:extLst>
              <a:ext uri="{FF2B5EF4-FFF2-40B4-BE49-F238E27FC236}">
                <a16:creationId xmlns:a16="http://schemas.microsoft.com/office/drawing/2014/main" id="{0AD135B6-2DFC-534B-F3FA-E64E39F75977}"/>
              </a:ext>
            </a:extLst>
          </p:cNvPr>
          <p:cNvCxnSpPr>
            <a:cxnSpLocks/>
            <a:stCxn id="28" idx="1"/>
            <a:endCxn id="26" idx="1"/>
          </p:cNvCxnSpPr>
          <p:nvPr/>
        </p:nvCxnSpPr>
        <p:spPr>
          <a:xfrm flipV="1">
            <a:off x="3171852" y="1591525"/>
            <a:ext cx="555842" cy="8346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Arc 25">
            <a:extLst>
              <a:ext uri="{FF2B5EF4-FFF2-40B4-BE49-F238E27FC236}">
                <a16:creationId xmlns:a16="http://schemas.microsoft.com/office/drawing/2014/main" id="{14B5EAFF-338F-7734-858E-3572B63EDD9E}"/>
              </a:ext>
            </a:extLst>
          </p:cNvPr>
          <p:cNvSpPr/>
          <p:nvPr/>
        </p:nvSpPr>
        <p:spPr>
          <a:xfrm>
            <a:off x="3536226" y="140005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a:t>
            </a:r>
            <a:endParaRPr lang="th-TH" sz="2000" dirty="0">
              <a:solidFill>
                <a:sysClr val="windowText" lastClr="000000"/>
              </a:solidFill>
            </a:endParaRPr>
          </a:p>
        </p:txBody>
      </p:sp>
      <p:sp>
        <p:nvSpPr>
          <p:cNvPr id="28" name="Arc 27">
            <a:extLst>
              <a:ext uri="{FF2B5EF4-FFF2-40B4-BE49-F238E27FC236}">
                <a16:creationId xmlns:a16="http://schemas.microsoft.com/office/drawing/2014/main" id="{260D2F27-C83E-1795-F1CD-40D57DD1F48D}"/>
              </a:ext>
            </a:extLst>
          </p:cNvPr>
          <p:cNvSpPr/>
          <p:nvPr/>
        </p:nvSpPr>
        <p:spPr>
          <a:xfrm>
            <a:off x="2980384" y="223467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cxnSp>
        <p:nvCxnSpPr>
          <p:cNvPr id="32" name="Straight Connector 31">
            <a:extLst>
              <a:ext uri="{FF2B5EF4-FFF2-40B4-BE49-F238E27FC236}">
                <a16:creationId xmlns:a16="http://schemas.microsoft.com/office/drawing/2014/main" id="{EE2CD83B-D148-3D33-0D4B-C0F3BB3922C6}"/>
              </a:ext>
            </a:extLst>
          </p:cNvPr>
          <p:cNvCxnSpPr>
            <a:cxnSpLocks/>
            <a:stCxn id="42" idx="1"/>
            <a:endCxn id="38" idx="1"/>
          </p:cNvCxnSpPr>
          <p:nvPr/>
        </p:nvCxnSpPr>
        <p:spPr>
          <a:xfrm flipH="1" flipV="1">
            <a:off x="10281541" y="907407"/>
            <a:ext cx="1022336" cy="88782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EF2A0C7-1959-E7E0-F7BD-E35A0B5BD529}"/>
              </a:ext>
            </a:extLst>
          </p:cNvPr>
          <p:cNvCxnSpPr>
            <a:cxnSpLocks/>
            <a:stCxn id="39" idx="1"/>
            <a:endCxn id="38" idx="1"/>
          </p:cNvCxnSpPr>
          <p:nvPr/>
        </p:nvCxnSpPr>
        <p:spPr>
          <a:xfrm flipV="1">
            <a:off x="9259205" y="907407"/>
            <a:ext cx="1022336" cy="8878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90FE3EE-B33C-E540-A034-D04DEB29559F}"/>
              </a:ext>
            </a:extLst>
          </p:cNvPr>
          <p:cNvCxnSpPr>
            <a:cxnSpLocks/>
            <a:stCxn id="41" idx="1"/>
            <a:endCxn id="39" idx="1"/>
          </p:cNvCxnSpPr>
          <p:nvPr/>
        </p:nvCxnSpPr>
        <p:spPr>
          <a:xfrm flipH="1" flipV="1">
            <a:off x="9259205" y="1795234"/>
            <a:ext cx="511168"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Arc 37">
            <a:extLst>
              <a:ext uri="{FF2B5EF4-FFF2-40B4-BE49-F238E27FC236}">
                <a16:creationId xmlns:a16="http://schemas.microsoft.com/office/drawing/2014/main" id="{3FC63D0E-AAE4-2085-8E9D-A29D263A2C91}"/>
              </a:ext>
            </a:extLst>
          </p:cNvPr>
          <p:cNvSpPr/>
          <p:nvPr/>
        </p:nvSpPr>
        <p:spPr>
          <a:xfrm>
            <a:off x="10090073" y="71593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39" name="Arc 38">
            <a:extLst>
              <a:ext uri="{FF2B5EF4-FFF2-40B4-BE49-F238E27FC236}">
                <a16:creationId xmlns:a16="http://schemas.microsoft.com/office/drawing/2014/main" id="{DF5722E3-C4DF-7186-E2F6-4E08A7A6FB2C}"/>
              </a:ext>
            </a:extLst>
          </p:cNvPr>
          <p:cNvSpPr/>
          <p:nvPr/>
        </p:nvSpPr>
        <p:spPr>
          <a:xfrm>
            <a:off x="9067737" y="160376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41" name="Arc 40">
            <a:extLst>
              <a:ext uri="{FF2B5EF4-FFF2-40B4-BE49-F238E27FC236}">
                <a16:creationId xmlns:a16="http://schemas.microsoft.com/office/drawing/2014/main" id="{A36F31F8-143B-AC07-CEE3-5F4E218D2B18}"/>
              </a:ext>
            </a:extLst>
          </p:cNvPr>
          <p:cNvSpPr/>
          <p:nvPr/>
        </p:nvSpPr>
        <p:spPr>
          <a:xfrm>
            <a:off x="9578905" y="24324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42" name="Arc 41">
            <a:extLst>
              <a:ext uri="{FF2B5EF4-FFF2-40B4-BE49-F238E27FC236}">
                <a16:creationId xmlns:a16="http://schemas.microsoft.com/office/drawing/2014/main" id="{DCCF9002-E8EC-F908-559B-431ED5228244}"/>
              </a:ext>
            </a:extLst>
          </p:cNvPr>
          <p:cNvSpPr/>
          <p:nvPr/>
        </p:nvSpPr>
        <p:spPr>
          <a:xfrm>
            <a:off x="11112409" y="160376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70</a:t>
            </a:r>
            <a:endParaRPr lang="th-TH" sz="2000" dirty="0">
              <a:solidFill>
                <a:sysClr val="windowText" lastClr="000000"/>
              </a:solidFill>
            </a:endParaRPr>
          </a:p>
        </p:txBody>
      </p:sp>
      <p:cxnSp>
        <p:nvCxnSpPr>
          <p:cNvPr id="45" name="Straight Connector 44">
            <a:extLst>
              <a:ext uri="{FF2B5EF4-FFF2-40B4-BE49-F238E27FC236}">
                <a16:creationId xmlns:a16="http://schemas.microsoft.com/office/drawing/2014/main" id="{9C691B1B-F6D8-E9DE-B291-2968A762317A}"/>
              </a:ext>
            </a:extLst>
          </p:cNvPr>
          <p:cNvCxnSpPr>
            <a:cxnSpLocks/>
            <a:stCxn id="55" idx="1"/>
            <a:endCxn id="51" idx="1"/>
          </p:cNvCxnSpPr>
          <p:nvPr/>
        </p:nvCxnSpPr>
        <p:spPr>
          <a:xfrm flipH="1" flipV="1">
            <a:off x="6657701" y="907407"/>
            <a:ext cx="820705" cy="88782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B51C416-41F0-F81F-2DF3-0C71EDFF8204}"/>
              </a:ext>
            </a:extLst>
          </p:cNvPr>
          <p:cNvCxnSpPr>
            <a:cxnSpLocks/>
            <a:stCxn id="56" idx="1"/>
            <a:endCxn id="55" idx="1"/>
          </p:cNvCxnSpPr>
          <p:nvPr/>
        </p:nvCxnSpPr>
        <p:spPr>
          <a:xfrm flipH="1" flipV="1">
            <a:off x="7478406" y="1795233"/>
            <a:ext cx="600895" cy="82867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5CECB28-259C-51F0-48F8-65BC220E03A2}"/>
              </a:ext>
            </a:extLst>
          </p:cNvPr>
          <p:cNvCxnSpPr>
            <a:cxnSpLocks/>
            <a:stCxn id="57" idx="1"/>
            <a:endCxn id="55" idx="1"/>
          </p:cNvCxnSpPr>
          <p:nvPr/>
        </p:nvCxnSpPr>
        <p:spPr>
          <a:xfrm flipV="1">
            <a:off x="7071984" y="1795233"/>
            <a:ext cx="406422" cy="82867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4074F7F-340E-856F-988C-A1320E2BBDDA}"/>
              </a:ext>
            </a:extLst>
          </p:cNvPr>
          <p:cNvCxnSpPr>
            <a:cxnSpLocks/>
            <a:stCxn id="52" idx="1"/>
            <a:endCxn id="51" idx="1"/>
          </p:cNvCxnSpPr>
          <p:nvPr/>
        </p:nvCxnSpPr>
        <p:spPr>
          <a:xfrm flipV="1">
            <a:off x="5608038" y="907407"/>
            <a:ext cx="1049663" cy="8878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B40D824-6F49-17C1-36E5-A0C11FD3FB0B}"/>
              </a:ext>
            </a:extLst>
          </p:cNvPr>
          <p:cNvCxnSpPr>
            <a:cxnSpLocks/>
            <a:stCxn id="53" idx="1"/>
            <a:endCxn id="52" idx="1"/>
          </p:cNvCxnSpPr>
          <p:nvPr/>
        </p:nvCxnSpPr>
        <p:spPr>
          <a:xfrm flipV="1">
            <a:off x="5012291" y="1795234"/>
            <a:ext cx="595747"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0042411-EB7F-6B2E-73AC-3EFB13A0C47A}"/>
              </a:ext>
            </a:extLst>
          </p:cNvPr>
          <p:cNvCxnSpPr>
            <a:cxnSpLocks/>
            <a:stCxn id="54" idx="1"/>
            <a:endCxn id="52" idx="1"/>
          </p:cNvCxnSpPr>
          <p:nvPr/>
        </p:nvCxnSpPr>
        <p:spPr>
          <a:xfrm flipH="1" flipV="1">
            <a:off x="5608038" y="1795234"/>
            <a:ext cx="595748"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51" name="Arc 50">
            <a:extLst>
              <a:ext uri="{FF2B5EF4-FFF2-40B4-BE49-F238E27FC236}">
                <a16:creationId xmlns:a16="http://schemas.microsoft.com/office/drawing/2014/main" id="{086A1726-F697-D81C-18BC-C2AC3CEBC7F2}"/>
              </a:ext>
            </a:extLst>
          </p:cNvPr>
          <p:cNvSpPr/>
          <p:nvPr/>
        </p:nvSpPr>
        <p:spPr>
          <a:xfrm>
            <a:off x="6466233" y="71593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52" name="Arc 51">
            <a:extLst>
              <a:ext uri="{FF2B5EF4-FFF2-40B4-BE49-F238E27FC236}">
                <a16:creationId xmlns:a16="http://schemas.microsoft.com/office/drawing/2014/main" id="{ABBFAF1D-B343-E3CD-257B-4E04F4887429}"/>
              </a:ext>
            </a:extLst>
          </p:cNvPr>
          <p:cNvSpPr/>
          <p:nvPr/>
        </p:nvSpPr>
        <p:spPr>
          <a:xfrm>
            <a:off x="5416570" y="160376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53" name="Arc 52">
            <a:extLst>
              <a:ext uri="{FF2B5EF4-FFF2-40B4-BE49-F238E27FC236}">
                <a16:creationId xmlns:a16="http://schemas.microsoft.com/office/drawing/2014/main" id="{9B117B17-4577-6321-DFD8-F77367EE768A}"/>
              </a:ext>
            </a:extLst>
          </p:cNvPr>
          <p:cNvSpPr/>
          <p:nvPr/>
        </p:nvSpPr>
        <p:spPr>
          <a:xfrm>
            <a:off x="4820823" y="24324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47</a:t>
            </a:r>
            <a:endParaRPr lang="th-TH" sz="2000" dirty="0">
              <a:solidFill>
                <a:sysClr val="windowText" lastClr="000000"/>
              </a:solidFill>
            </a:endParaRPr>
          </a:p>
        </p:txBody>
      </p:sp>
      <p:sp>
        <p:nvSpPr>
          <p:cNvPr id="54" name="Arc 53">
            <a:extLst>
              <a:ext uri="{FF2B5EF4-FFF2-40B4-BE49-F238E27FC236}">
                <a16:creationId xmlns:a16="http://schemas.microsoft.com/office/drawing/2014/main" id="{BCD9C7AC-1E43-A2DA-1117-AAB4A82802B2}"/>
              </a:ext>
            </a:extLst>
          </p:cNvPr>
          <p:cNvSpPr/>
          <p:nvPr/>
        </p:nvSpPr>
        <p:spPr>
          <a:xfrm>
            <a:off x="6012318" y="24324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55" name="Arc 54">
            <a:extLst>
              <a:ext uri="{FF2B5EF4-FFF2-40B4-BE49-F238E27FC236}">
                <a16:creationId xmlns:a16="http://schemas.microsoft.com/office/drawing/2014/main" id="{0DFF17D7-9B63-504E-F556-BFC44EEB7D7F}"/>
              </a:ext>
            </a:extLst>
          </p:cNvPr>
          <p:cNvSpPr/>
          <p:nvPr/>
        </p:nvSpPr>
        <p:spPr>
          <a:xfrm>
            <a:off x="7286938" y="160376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70</a:t>
            </a:r>
            <a:endParaRPr lang="th-TH" sz="2000" dirty="0">
              <a:solidFill>
                <a:sysClr val="windowText" lastClr="000000"/>
              </a:solidFill>
            </a:endParaRPr>
          </a:p>
        </p:txBody>
      </p:sp>
      <p:sp>
        <p:nvSpPr>
          <p:cNvPr id="56" name="Arc 55">
            <a:extLst>
              <a:ext uri="{FF2B5EF4-FFF2-40B4-BE49-F238E27FC236}">
                <a16:creationId xmlns:a16="http://schemas.microsoft.com/office/drawing/2014/main" id="{3DEEC132-3D0A-5FAA-F84F-16A60DBDCEA6}"/>
              </a:ext>
            </a:extLst>
          </p:cNvPr>
          <p:cNvSpPr/>
          <p:nvPr/>
        </p:nvSpPr>
        <p:spPr>
          <a:xfrm>
            <a:off x="7887833" y="24324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88</a:t>
            </a:r>
            <a:endParaRPr lang="th-TH" sz="2000" dirty="0">
              <a:solidFill>
                <a:sysClr val="windowText" lastClr="000000"/>
              </a:solidFill>
            </a:endParaRPr>
          </a:p>
        </p:txBody>
      </p:sp>
      <p:sp>
        <p:nvSpPr>
          <p:cNvPr id="57" name="Arc 56">
            <a:extLst>
              <a:ext uri="{FF2B5EF4-FFF2-40B4-BE49-F238E27FC236}">
                <a16:creationId xmlns:a16="http://schemas.microsoft.com/office/drawing/2014/main" id="{DF695FFC-F9F4-B420-0577-F85BDFE191C8}"/>
              </a:ext>
            </a:extLst>
          </p:cNvPr>
          <p:cNvSpPr/>
          <p:nvPr/>
        </p:nvSpPr>
        <p:spPr>
          <a:xfrm>
            <a:off x="6880516" y="24324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56</a:t>
            </a:r>
            <a:endParaRPr lang="th-TH" sz="2000" dirty="0">
              <a:solidFill>
                <a:sysClr val="windowText" lastClr="000000"/>
              </a:solidFill>
            </a:endParaRPr>
          </a:p>
        </p:txBody>
      </p:sp>
      <p:sp>
        <p:nvSpPr>
          <p:cNvPr id="59" name="Arc 58">
            <a:extLst>
              <a:ext uri="{FF2B5EF4-FFF2-40B4-BE49-F238E27FC236}">
                <a16:creationId xmlns:a16="http://schemas.microsoft.com/office/drawing/2014/main" id="{9268D2B1-EC11-FA44-3C78-4814F25253B2}"/>
              </a:ext>
            </a:extLst>
          </p:cNvPr>
          <p:cNvSpPr/>
          <p:nvPr/>
        </p:nvSpPr>
        <p:spPr>
          <a:xfrm>
            <a:off x="5310164" y="313806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48</a:t>
            </a:r>
            <a:endParaRPr lang="th-TH" sz="2000" dirty="0">
              <a:solidFill>
                <a:sysClr val="windowText" lastClr="000000"/>
              </a:solidFill>
            </a:endParaRPr>
          </a:p>
        </p:txBody>
      </p:sp>
      <p:sp>
        <p:nvSpPr>
          <p:cNvPr id="63" name="Rectangle: Rounded Corners 62">
            <a:extLst>
              <a:ext uri="{FF2B5EF4-FFF2-40B4-BE49-F238E27FC236}">
                <a16:creationId xmlns:a16="http://schemas.microsoft.com/office/drawing/2014/main" id="{FC56DA1A-B00D-655B-9159-CEC710311EEB}"/>
              </a:ext>
            </a:extLst>
          </p:cNvPr>
          <p:cNvSpPr/>
          <p:nvPr/>
        </p:nvSpPr>
        <p:spPr>
          <a:xfrm>
            <a:off x="2680038" y="1230594"/>
            <a:ext cx="1588232" cy="164263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20B74134-A506-9B66-227F-A8AFC0F010AD}"/>
              </a:ext>
            </a:extLst>
          </p:cNvPr>
          <p:cNvSpPr/>
          <p:nvPr/>
        </p:nvSpPr>
        <p:spPr>
          <a:xfrm>
            <a:off x="8956653" y="546476"/>
            <a:ext cx="2779350" cy="2414423"/>
          </a:xfrm>
          <a:prstGeom prst="roundRect">
            <a:avLst>
              <a:gd name="adj" fmla="val 1128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E23096FB-05B3-01F9-8A60-88D06F4A300D}"/>
              </a:ext>
            </a:extLst>
          </p:cNvPr>
          <p:cNvSpPr/>
          <p:nvPr/>
        </p:nvSpPr>
        <p:spPr>
          <a:xfrm>
            <a:off x="4659070" y="546476"/>
            <a:ext cx="3833101" cy="3098541"/>
          </a:xfrm>
          <a:prstGeom prst="roundRect">
            <a:avLst>
              <a:gd name="adj" fmla="val 8303"/>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443EA481-2055-F0A9-ED7D-90F79898053E}"/>
              </a:ext>
            </a:extLst>
          </p:cNvPr>
          <p:cNvSpPr/>
          <p:nvPr/>
        </p:nvSpPr>
        <p:spPr>
          <a:xfrm>
            <a:off x="379582" y="4020242"/>
            <a:ext cx="1970108" cy="1642635"/>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3D93F9DC-1014-8114-27E7-454AF50D3F8C}"/>
              </a:ext>
            </a:extLst>
          </p:cNvPr>
          <p:cNvCxnSpPr>
            <a:cxnSpLocks/>
            <a:stCxn id="71" idx="1"/>
            <a:endCxn id="70" idx="1"/>
          </p:cNvCxnSpPr>
          <p:nvPr/>
        </p:nvCxnSpPr>
        <p:spPr>
          <a:xfrm flipV="1">
            <a:off x="763156" y="4381173"/>
            <a:ext cx="553399"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C66769F-410D-AF38-017B-7B90F6C23EEA}"/>
              </a:ext>
            </a:extLst>
          </p:cNvPr>
          <p:cNvCxnSpPr>
            <a:cxnSpLocks/>
            <a:stCxn id="72" idx="1"/>
            <a:endCxn id="70" idx="1"/>
          </p:cNvCxnSpPr>
          <p:nvPr/>
        </p:nvCxnSpPr>
        <p:spPr>
          <a:xfrm flipH="1" flipV="1">
            <a:off x="1316555" y="4381173"/>
            <a:ext cx="553398" cy="8346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70" name="Arc 69">
            <a:extLst>
              <a:ext uri="{FF2B5EF4-FFF2-40B4-BE49-F238E27FC236}">
                <a16:creationId xmlns:a16="http://schemas.microsoft.com/office/drawing/2014/main" id="{4121974B-C6F3-3FE9-548D-452A045A16E5}"/>
              </a:ext>
            </a:extLst>
          </p:cNvPr>
          <p:cNvSpPr/>
          <p:nvPr/>
        </p:nvSpPr>
        <p:spPr>
          <a:xfrm>
            <a:off x="1125087" y="418970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71" name="Arc 70">
            <a:extLst>
              <a:ext uri="{FF2B5EF4-FFF2-40B4-BE49-F238E27FC236}">
                <a16:creationId xmlns:a16="http://schemas.microsoft.com/office/drawing/2014/main" id="{2B864A5F-C5C4-A13A-E0EE-1870D2091DA4}"/>
              </a:ext>
            </a:extLst>
          </p:cNvPr>
          <p:cNvSpPr/>
          <p:nvPr/>
        </p:nvSpPr>
        <p:spPr>
          <a:xfrm>
            <a:off x="571688" y="501838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a:t>
            </a:r>
            <a:endParaRPr lang="th-TH" sz="2000" dirty="0">
              <a:solidFill>
                <a:sysClr val="windowText" lastClr="000000"/>
              </a:solidFill>
            </a:endParaRPr>
          </a:p>
        </p:txBody>
      </p:sp>
      <p:sp>
        <p:nvSpPr>
          <p:cNvPr id="72" name="Arc 71">
            <a:extLst>
              <a:ext uri="{FF2B5EF4-FFF2-40B4-BE49-F238E27FC236}">
                <a16:creationId xmlns:a16="http://schemas.microsoft.com/office/drawing/2014/main" id="{F83A7571-5D4A-BCB3-7516-E403661668E1}"/>
              </a:ext>
            </a:extLst>
          </p:cNvPr>
          <p:cNvSpPr/>
          <p:nvPr/>
        </p:nvSpPr>
        <p:spPr>
          <a:xfrm>
            <a:off x="1678485" y="502431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a:t>
            </a:r>
            <a:endParaRPr lang="th-TH" sz="2000" dirty="0">
              <a:solidFill>
                <a:sysClr val="windowText" lastClr="000000"/>
              </a:solidFill>
            </a:endParaRPr>
          </a:p>
        </p:txBody>
      </p:sp>
      <p:cxnSp>
        <p:nvCxnSpPr>
          <p:cNvPr id="74" name="Straight Connector 73">
            <a:extLst>
              <a:ext uri="{FF2B5EF4-FFF2-40B4-BE49-F238E27FC236}">
                <a16:creationId xmlns:a16="http://schemas.microsoft.com/office/drawing/2014/main" id="{404D50D8-70AD-41E1-DAA2-D09208DAB236}"/>
              </a:ext>
            </a:extLst>
          </p:cNvPr>
          <p:cNvCxnSpPr>
            <a:cxnSpLocks/>
            <a:stCxn id="77" idx="1"/>
            <a:endCxn id="76" idx="1"/>
          </p:cNvCxnSpPr>
          <p:nvPr/>
        </p:nvCxnSpPr>
        <p:spPr>
          <a:xfrm flipV="1">
            <a:off x="2962676" y="4377215"/>
            <a:ext cx="1022336" cy="8878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FB45BDA-89A3-4DFA-348F-E1EFF202C58D}"/>
              </a:ext>
            </a:extLst>
          </p:cNvPr>
          <p:cNvCxnSpPr>
            <a:cxnSpLocks/>
            <a:stCxn id="78" idx="1"/>
            <a:endCxn id="77" idx="1"/>
          </p:cNvCxnSpPr>
          <p:nvPr/>
        </p:nvCxnSpPr>
        <p:spPr>
          <a:xfrm flipH="1" flipV="1">
            <a:off x="2962676" y="5265042"/>
            <a:ext cx="511168"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76" name="Arc 75">
            <a:extLst>
              <a:ext uri="{FF2B5EF4-FFF2-40B4-BE49-F238E27FC236}">
                <a16:creationId xmlns:a16="http://schemas.microsoft.com/office/drawing/2014/main" id="{8E048CA4-013B-ABA0-40E6-C7C6A9A764EE}"/>
              </a:ext>
            </a:extLst>
          </p:cNvPr>
          <p:cNvSpPr/>
          <p:nvPr/>
        </p:nvSpPr>
        <p:spPr>
          <a:xfrm>
            <a:off x="3793544" y="418574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77" name="Arc 76">
            <a:extLst>
              <a:ext uri="{FF2B5EF4-FFF2-40B4-BE49-F238E27FC236}">
                <a16:creationId xmlns:a16="http://schemas.microsoft.com/office/drawing/2014/main" id="{14A14CB8-974D-3855-8D7B-E5796234DA52}"/>
              </a:ext>
            </a:extLst>
          </p:cNvPr>
          <p:cNvSpPr/>
          <p:nvPr/>
        </p:nvSpPr>
        <p:spPr>
          <a:xfrm>
            <a:off x="2771208" y="507357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78" name="Arc 77">
            <a:extLst>
              <a:ext uri="{FF2B5EF4-FFF2-40B4-BE49-F238E27FC236}">
                <a16:creationId xmlns:a16="http://schemas.microsoft.com/office/drawing/2014/main" id="{B8C871E9-FEE6-9F11-3A86-15D3986A1BBA}"/>
              </a:ext>
            </a:extLst>
          </p:cNvPr>
          <p:cNvSpPr/>
          <p:nvPr/>
        </p:nvSpPr>
        <p:spPr>
          <a:xfrm>
            <a:off x="3282376" y="590224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80" name="Rectangle: Rounded Corners 79">
            <a:extLst>
              <a:ext uri="{FF2B5EF4-FFF2-40B4-BE49-F238E27FC236}">
                <a16:creationId xmlns:a16="http://schemas.microsoft.com/office/drawing/2014/main" id="{11883553-893C-7CCD-A6CE-AC737EE73E58}"/>
              </a:ext>
            </a:extLst>
          </p:cNvPr>
          <p:cNvSpPr/>
          <p:nvPr/>
        </p:nvSpPr>
        <p:spPr>
          <a:xfrm>
            <a:off x="2557606" y="4016284"/>
            <a:ext cx="1919103" cy="2414423"/>
          </a:xfrm>
          <a:prstGeom prst="roundRect">
            <a:avLst>
              <a:gd name="adj" fmla="val 1128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8EB3ECAE-787D-5BAD-EC88-2975BA116CDF}"/>
              </a:ext>
            </a:extLst>
          </p:cNvPr>
          <p:cNvCxnSpPr>
            <a:cxnSpLocks/>
            <a:stCxn id="84" idx="1"/>
            <a:endCxn id="83" idx="1"/>
          </p:cNvCxnSpPr>
          <p:nvPr/>
        </p:nvCxnSpPr>
        <p:spPr>
          <a:xfrm flipV="1">
            <a:off x="5620158" y="4381173"/>
            <a:ext cx="511168" cy="8878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B25D509-ADB3-963B-5F7B-4D4E35C7B3DC}"/>
              </a:ext>
            </a:extLst>
          </p:cNvPr>
          <p:cNvCxnSpPr>
            <a:cxnSpLocks/>
            <a:stCxn id="85" idx="1"/>
            <a:endCxn id="84" idx="1"/>
          </p:cNvCxnSpPr>
          <p:nvPr/>
        </p:nvCxnSpPr>
        <p:spPr>
          <a:xfrm flipV="1">
            <a:off x="5129024" y="5269000"/>
            <a:ext cx="491134"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83" name="Arc 82">
            <a:extLst>
              <a:ext uri="{FF2B5EF4-FFF2-40B4-BE49-F238E27FC236}">
                <a16:creationId xmlns:a16="http://schemas.microsoft.com/office/drawing/2014/main" id="{FFC3594C-BA02-AB62-732D-8C225E574175}"/>
              </a:ext>
            </a:extLst>
          </p:cNvPr>
          <p:cNvSpPr/>
          <p:nvPr/>
        </p:nvSpPr>
        <p:spPr>
          <a:xfrm>
            <a:off x="5939858" y="418970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84" name="Arc 83">
            <a:extLst>
              <a:ext uri="{FF2B5EF4-FFF2-40B4-BE49-F238E27FC236}">
                <a16:creationId xmlns:a16="http://schemas.microsoft.com/office/drawing/2014/main" id="{05E9CE5D-0EA6-D514-4B98-AA03655864A8}"/>
              </a:ext>
            </a:extLst>
          </p:cNvPr>
          <p:cNvSpPr/>
          <p:nvPr/>
        </p:nvSpPr>
        <p:spPr>
          <a:xfrm>
            <a:off x="5428690" y="5077532"/>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85" name="Arc 84">
            <a:extLst>
              <a:ext uri="{FF2B5EF4-FFF2-40B4-BE49-F238E27FC236}">
                <a16:creationId xmlns:a16="http://schemas.microsoft.com/office/drawing/2014/main" id="{DC26C626-E9BC-DCC7-B2BA-1E89F46B96B8}"/>
              </a:ext>
            </a:extLst>
          </p:cNvPr>
          <p:cNvSpPr/>
          <p:nvPr/>
        </p:nvSpPr>
        <p:spPr>
          <a:xfrm>
            <a:off x="4937556" y="590620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0</a:t>
            </a:r>
            <a:endParaRPr lang="th-TH" sz="2000" dirty="0">
              <a:solidFill>
                <a:sysClr val="windowText" lastClr="000000"/>
              </a:solidFill>
            </a:endParaRPr>
          </a:p>
        </p:txBody>
      </p:sp>
      <p:sp>
        <p:nvSpPr>
          <p:cNvPr id="86" name="Rectangle: Rounded Corners 85">
            <a:extLst>
              <a:ext uri="{FF2B5EF4-FFF2-40B4-BE49-F238E27FC236}">
                <a16:creationId xmlns:a16="http://schemas.microsoft.com/office/drawing/2014/main" id="{282C075A-2380-9D23-D1E0-B52E6F345EFE}"/>
              </a:ext>
            </a:extLst>
          </p:cNvPr>
          <p:cNvSpPr/>
          <p:nvPr/>
        </p:nvSpPr>
        <p:spPr>
          <a:xfrm>
            <a:off x="4703920" y="4020242"/>
            <a:ext cx="1919103" cy="2414423"/>
          </a:xfrm>
          <a:prstGeom prst="roundRect">
            <a:avLst>
              <a:gd name="adj" fmla="val 1128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A5496E8A-20C4-C7D2-FA0F-541B7CD3262C}"/>
              </a:ext>
            </a:extLst>
          </p:cNvPr>
          <p:cNvCxnSpPr>
            <a:cxnSpLocks/>
            <a:stCxn id="96" idx="1"/>
            <a:endCxn id="93" idx="1"/>
          </p:cNvCxnSpPr>
          <p:nvPr/>
        </p:nvCxnSpPr>
        <p:spPr>
          <a:xfrm flipH="1" flipV="1">
            <a:off x="10281541" y="3690468"/>
            <a:ext cx="757566" cy="8878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029FFB2D-F74F-2B79-5BCC-D2713F309FBE}"/>
              </a:ext>
            </a:extLst>
          </p:cNvPr>
          <p:cNvCxnSpPr>
            <a:cxnSpLocks/>
            <a:stCxn id="94" idx="1"/>
            <a:endCxn id="93" idx="1"/>
          </p:cNvCxnSpPr>
          <p:nvPr/>
        </p:nvCxnSpPr>
        <p:spPr>
          <a:xfrm flipV="1">
            <a:off x="9522751" y="3690468"/>
            <a:ext cx="758790" cy="8878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23A1FCF-80CE-CAC5-96B5-8A63AA983B0A}"/>
              </a:ext>
            </a:extLst>
          </p:cNvPr>
          <p:cNvCxnSpPr>
            <a:cxnSpLocks/>
            <a:stCxn id="95" idx="1"/>
            <a:endCxn id="94" idx="1"/>
          </p:cNvCxnSpPr>
          <p:nvPr/>
        </p:nvCxnSpPr>
        <p:spPr>
          <a:xfrm flipH="1" flipV="1">
            <a:off x="9522751" y="4578295"/>
            <a:ext cx="419297"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93" name="Arc 92">
            <a:extLst>
              <a:ext uri="{FF2B5EF4-FFF2-40B4-BE49-F238E27FC236}">
                <a16:creationId xmlns:a16="http://schemas.microsoft.com/office/drawing/2014/main" id="{038313A5-D818-BAD4-37AC-4327670D4C3F}"/>
              </a:ext>
            </a:extLst>
          </p:cNvPr>
          <p:cNvSpPr/>
          <p:nvPr/>
        </p:nvSpPr>
        <p:spPr>
          <a:xfrm>
            <a:off x="10090073" y="349900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94" name="Arc 93">
            <a:extLst>
              <a:ext uri="{FF2B5EF4-FFF2-40B4-BE49-F238E27FC236}">
                <a16:creationId xmlns:a16="http://schemas.microsoft.com/office/drawing/2014/main" id="{7214BDAB-14C7-EF9F-927A-84EDF8655DB6}"/>
              </a:ext>
            </a:extLst>
          </p:cNvPr>
          <p:cNvSpPr/>
          <p:nvPr/>
        </p:nvSpPr>
        <p:spPr>
          <a:xfrm>
            <a:off x="9331283" y="438682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95" name="Arc 94">
            <a:extLst>
              <a:ext uri="{FF2B5EF4-FFF2-40B4-BE49-F238E27FC236}">
                <a16:creationId xmlns:a16="http://schemas.microsoft.com/office/drawing/2014/main" id="{C7DB5F51-D79A-5CCC-B5BB-F3F8D5323F7D}"/>
              </a:ext>
            </a:extLst>
          </p:cNvPr>
          <p:cNvSpPr/>
          <p:nvPr/>
        </p:nvSpPr>
        <p:spPr>
          <a:xfrm>
            <a:off x="9750580" y="5215502"/>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96" name="Arc 95">
            <a:extLst>
              <a:ext uri="{FF2B5EF4-FFF2-40B4-BE49-F238E27FC236}">
                <a16:creationId xmlns:a16="http://schemas.microsoft.com/office/drawing/2014/main" id="{CD9F335D-1A60-A520-D0EF-214FFCE1D55C}"/>
              </a:ext>
            </a:extLst>
          </p:cNvPr>
          <p:cNvSpPr/>
          <p:nvPr/>
        </p:nvSpPr>
        <p:spPr>
          <a:xfrm>
            <a:off x="10847639" y="438682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70</a:t>
            </a:r>
            <a:endParaRPr lang="th-TH" sz="2000" dirty="0">
              <a:solidFill>
                <a:sysClr val="windowText" lastClr="000000"/>
              </a:solidFill>
            </a:endParaRPr>
          </a:p>
        </p:txBody>
      </p:sp>
      <p:sp>
        <p:nvSpPr>
          <p:cNvPr id="97" name="Rectangle: Rounded Corners 96">
            <a:extLst>
              <a:ext uri="{FF2B5EF4-FFF2-40B4-BE49-F238E27FC236}">
                <a16:creationId xmlns:a16="http://schemas.microsoft.com/office/drawing/2014/main" id="{A8ACE09C-09ED-66E5-A3B6-3E44E8DCED0B}"/>
              </a:ext>
            </a:extLst>
          </p:cNvPr>
          <p:cNvSpPr/>
          <p:nvPr/>
        </p:nvSpPr>
        <p:spPr>
          <a:xfrm>
            <a:off x="8956653" y="3329537"/>
            <a:ext cx="2779350" cy="3105128"/>
          </a:xfrm>
          <a:prstGeom prst="roundRect">
            <a:avLst>
              <a:gd name="adj" fmla="val 1128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03" name="Arc 102">
            <a:extLst>
              <a:ext uri="{FF2B5EF4-FFF2-40B4-BE49-F238E27FC236}">
                <a16:creationId xmlns:a16="http://schemas.microsoft.com/office/drawing/2014/main" id="{9632010B-0279-D015-FB5A-368BC89CC2A5}"/>
              </a:ext>
            </a:extLst>
          </p:cNvPr>
          <p:cNvSpPr/>
          <p:nvPr/>
        </p:nvSpPr>
        <p:spPr>
          <a:xfrm>
            <a:off x="10553599" y="5215502"/>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60</a:t>
            </a:r>
            <a:endParaRPr lang="th-TH" sz="2000" dirty="0">
              <a:solidFill>
                <a:sysClr val="windowText" lastClr="000000"/>
              </a:solidFill>
            </a:endParaRPr>
          </a:p>
        </p:txBody>
      </p:sp>
      <p:pic>
        <p:nvPicPr>
          <p:cNvPr id="105" name="Graphic 104" descr="Close">
            <a:extLst>
              <a:ext uri="{FF2B5EF4-FFF2-40B4-BE49-F238E27FC236}">
                <a16:creationId xmlns:a16="http://schemas.microsoft.com/office/drawing/2014/main" id="{AF7B4580-B7B0-A428-F079-60A5FE1F03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52057" y="4121791"/>
            <a:ext cx="474777" cy="474777"/>
          </a:xfrm>
          <a:prstGeom prst="rect">
            <a:avLst/>
          </a:prstGeom>
        </p:spPr>
      </p:pic>
      <p:pic>
        <p:nvPicPr>
          <p:cNvPr id="106" name="Graphic 105" descr="Close">
            <a:extLst>
              <a:ext uri="{FF2B5EF4-FFF2-40B4-BE49-F238E27FC236}">
                <a16:creationId xmlns:a16="http://schemas.microsoft.com/office/drawing/2014/main" id="{C774424D-3561-ACFA-B559-C86270CABE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33881" y="4125749"/>
            <a:ext cx="474777" cy="474777"/>
          </a:xfrm>
          <a:prstGeom prst="rect">
            <a:avLst/>
          </a:prstGeom>
        </p:spPr>
      </p:pic>
      <p:pic>
        <p:nvPicPr>
          <p:cNvPr id="107" name="Graphic 106" descr="Close">
            <a:extLst>
              <a:ext uri="{FF2B5EF4-FFF2-40B4-BE49-F238E27FC236}">
                <a16:creationId xmlns:a16="http://schemas.microsoft.com/office/drawing/2014/main" id="{86C0C7ED-27CE-8D28-1111-D7A6D04648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11091" y="3435044"/>
            <a:ext cx="474777" cy="474777"/>
          </a:xfrm>
          <a:prstGeom prst="rect">
            <a:avLst/>
          </a:prstGeom>
        </p:spPr>
      </p:pic>
      <p:pic>
        <p:nvPicPr>
          <p:cNvPr id="108" name="Graphic 107" descr="Checkmark">
            <a:extLst>
              <a:ext uri="{FF2B5EF4-FFF2-40B4-BE49-F238E27FC236}">
                <a16:creationId xmlns:a16="http://schemas.microsoft.com/office/drawing/2014/main" id="{FD649546-F3A2-5531-2505-7B205D1D95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52964" y="629526"/>
            <a:ext cx="457200" cy="457200"/>
          </a:xfrm>
          <a:prstGeom prst="rect">
            <a:avLst/>
          </a:prstGeom>
        </p:spPr>
      </p:pic>
      <p:pic>
        <p:nvPicPr>
          <p:cNvPr id="109" name="Graphic 108" descr="Checkmark">
            <a:extLst>
              <a:ext uri="{FF2B5EF4-FFF2-40B4-BE49-F238E27FC236}">
                <a16:creationId xmlns:a16="http://schemas.microsoft.com/office/drawing/2014/main" id="{2EFA0F1A-7A7F-7856-ACB9-91C2662680B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67573" y="678806"/>
            <a:ext cx="457200" cy="457200"/>
          </a:xfrm>
          <a:prstGeom prst="rect">
            <a:avLst/>
          </a:prstGeom>
        </p:spPr>
      </p:pic>
      <p:pic>
        <p:nvPicPr>
          <p:cNvPr id="110" name="Graphic 109" descr="Checkmark">
            <a:extLst>
              <a:ext uri="{FF2B5EF4-FFF2-40B4-BE49-F238E27FC236}">
                <a16:creationId xmlns:a16="http://schemas.microsoft.com/office/drawing/2014/main" id="{F3924652-773B-FA2D-F070-D1233F09BB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6486" y="1362924"/>
            <a:ext cx="457200" cy="457200"/>
          </a:xfrm>
          <a:prstGeom prst="rect">
            <a:avLst/>
          </a:prstGeom>
        </p:spPr>
      </p:pic>
      <p:pic>
        <p:nvPicPr>
          <p:cNvPr id="113" name="Graphic 112" descr="Checkmark">
            <a:extLst>
              <a:ext uri="{FF2B5EF4-FFF2-40B4-BE49-F238E27FC236}">
                <a16:creationId xmlns:a16="http://schemas.microsoft.com/office/drawing/2014/main" id="{D41AB518-298E-DC59-01E2-15AB7165C7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54937" y="1362924"/>
            <a:ext cx="457200" cy="457200"/>
          </a:xfrm>
          <a:prstGeom prst="rect">
            <a:avLst/>
          </a:prstGeom>
        </p:spPr>
      </p:pic>
      <p:sp>
        <p:nvSpPr>
          <p:cNvPr id="114" name="Speech Bubble: Rectangle with Corners Rounded 113">
            <a:extLst>
              <a:ext uri="{FF2B5EF4-FFF2-40B4-BE49-F238E27FC236}">
                <a16:creationId xmlns:a16="http://schemas.microsoft.com/office/drawing/2014/main" id="{D66C8864-089F-1C8C-39F8-8A155E912FD8}"/>
              </a:ext>
            </a:extLst>
          </p:cNvPr>
          <p:cNvSpPr/>
          <p:nvPr/>
        </p:nvSpPr>
        <p:spPr>
          <a:xfrm>
            <a:off x="238323" y="5979032"/>
            <a:ext cx="931941" cy="384018"/>
          </a:xfrm>
          <a:prstGeom prst="wedgeRoundRectCallout">
            <a:avLst>
              <a:gd name="adj1" fmla="val 24181"/>
              <a:gd name="adj2" fmla="val -106100"/>
              <a:gd name="adj3" fmla="val 16667"/>
            </a:avLst>
          </a:prstGeom>
          <a:solidFill>
            <a:schemeClr val="accent2">
              <a:alpha val="52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Not BST</a:t>
            </a:r>
            <a:endParaRPr lang="th-TH" sz="1600" dirty="0"/>
          </a:p>
        </p:txBody>
      </p:sp>
      <p:sp>
        <p:nvSpPr>
          <p:cNvPr id="117" name="TextBox 116">
            <a:extLst>
              <a:ext uri="{FF2B5EF4-FFF2-40B4-BE49-F238E27FC236}">
                <a16:creationId xmlns:a16="http://schemas.microsoft.com/office/drawing/2014/main" id="{2EDFD0F0-D936-3947-D537-F6CA91539A62}"/>
              </a:ext>
            </a:extLst>
          </p:cNvPr>
          <p:cNvSpPr txBox="1"/>
          <p:nvPr/>
        </p:nvSpPr>
        <p:spPr>
          <a:xfrm>
            <a:off x="3399493" y="5623448"/>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18" name="TextBox 117">
            <a:extLst>
              <a:ext uri="{FF2B5EF4-FFF2-40B4-BE49-F238E27FC236}">
                <a16:creationId xmlns:a16="http://schemas.microsoft.com/office/drawing/2014/main" id="{81CBDBEF-153A-FC9A-846C-33064D26A503}"/>
              </a:ext>
            </a:extLst>
          </p:cNvPr>
          <p:cNvSpPr txBox="1"/>
          <p:nvPr/>
        </p:nvSpPr>
        <p:spPr>
          <a:xfrm>
            <a:off x="2700923" y="4784768"/>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19" name="TextBox 118">
            <a:extLst>
              <a:ext uri="{FF2B5EF4-FFF2-40B4-BE49-F238E27FC236}">
                <a16:creationId xmlns:a16="http://schemas.microsoft.com/office/drawing/2014/main" id="{AAC23E4B-170D-0A5D-8F9C-9B55F5F30EBB}"/>
              </a:ext>
            </a:extLst>
          </p:cNvPr>
          <p:cNvSpPr txBox="1"/>
          <p:nvPr/>
        </p:nvSpPr>
        <p:spPr>
          <a:xfrm>
            <a:off x="3540817" y="4016284"/>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120" name="TextBox 119">
            <a:extLst>
              <a:ext uri="{FF2B5EF4-FFF2-40B4-BE49-F238E27FC236}">
                <a16:creationId xmlns:a16="http://schemas.microsoft.com/office/drawing/2014/main" id="{4479FA90-3903-2C3B-10CB-92170233BA85}"/>
              </a:ext>
            </a:extLst>
          </p:cNvPr>
          <p:cNvSpPr txBox="1"/>
          <p:nvPr/>
        </p:nvSpPr>
        <p:spPr>
          <a:xfrm>
            <a:off x="4867860" y="5627406"/>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21" name="TextBox 120">
            <a:extLst>
              <a:ext uri="{FF2B5EF4-FFF2-40B4-BE49-F238E27FC236}">
                <a16:creationId xmlns:a16="http://schemas.microsoft.com/office/drawing/2014/main" id="{EAAA0CB7-675A-401C-945D-DF5C6CDF6F25}"/>
              </a:ext>
            </a:extLst>
          </p:cNvPr>
          <p:cNvSpPr txBox="1"/>
          <p:nvPr/>
        </p:nvSpPr>
        <p:spPr>
          <a:xfrm>
            <a:off x="5217505" y="4841750"/>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22" name="TextBox 121">
            <a:extLst>
              <a:ext uri="{FF2B5EF4-FFF2-40B4-BE49-F238E27FC236}">
                <a16:creationId xmlns:a16="http://schemas.microsoft.com/office/drawing/2014/main" id="{7B9CB4D2-889B-2CF3-2659-46FDC3AC7DC3}"/>
              </a:ext>
            </a:extLst>
          </p:cNvPr>
          <p:cNvSpPr txBox="1"/>
          <p:nvPr/>
        </p:nvSpPr>
        <p:spPr>
          <a:xfrm>
            <a:off x="5702195" y="4026952"/>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123" name="TextBox 122">
            <a:extLst>
              <a:ext uri="{FF2B5EF4-FFF2-40B4-BE49-F238E27FC236}">
                <a16:creationId xmlns:a16="http://schemas.microsoft.com/office/drawing/2014/main" id="{94A57B18-C170-4F79-C6FC-F26D0FD42D19}"/>
              </a:ext>
            </a:extLst>
          </p:cNvPr>
          <p:cNvSpPr txBox="1"/>
          <p:nvPr/>
        </p:nvSpPr>
        <p:spPr>
          <a:xfrm>
            <a:off x="10446708" y="4936701"/>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24" name="TextBox 123">
            <a:extLst>
              <a:ext uri="{FF2B5EF4-FFF2-40B4-BE49-F238E27FC236}">
                <a16:creationId xmlns:a16="http://schemas.microsoft.com/office/drawing/2014/main" id="{7F620104-D846-ABED-B636-55F905830190}"/>
              </a:ext>
            </a:extLst>
          </p:cNvPr>
          <p:cNvSpPr txBox="1"/>
          <p:nvPr/>
        </p:nvSpPr>
        <p:spPr>
          <a:xfrm>
            <a:off x="10888041" y="4079297"/>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125" name="TextBox 124">
            <a:extLst>
              <a:ext uri="{FF2B5EF4-FFF2-40B4-BE49-F238E27FC236}">
                <a16:creationId xmlns:a16="http://schemas.microsoft.com/office/drawing/2014/main" id="{7D75E04E-5574-25A9-F788-6EB1A34A4AB4}"/>
              </a:ext>
            </a:extLst>
          </p:cNvPr>
          <p:cNvSpPr txBox="1"/>
          <p:nvPr/>
        </p:nvSpPr>
        <p:spPr>
          <a:xfrm>
            <a:off x="9786749" y="4907725"/>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26" name="TextBox 125">
            <a:extLst>
              <a:ext uri="{FF2B5EF4-FFF2-40B4-BE49-F238E27FC236}">
                <a16:creationId xmlns:a16="http://schemas.microsoft.com/office/drawing/2014/main" id="{89860B20-9278-3700-D1C8-23357A4399C1}"/>
              </a:ext>
            </a:extLst>
          </p:cNvPr>
          <p:cNvSpPr txBox="1"/>
          <p:nvPr/>
        </p:nvSpPr>
        <p:spPr>
          <a:xfrm>
            <a:off x="9205896" y="4131157"/>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28" name="Arc 127">
            <a:extLst>
              <a:ext uri="{FF2B5EF4-FFF2-40B4-BE49-F238E27FC236}">
                <a16:creationId xmlns:a16="http://schemas.microsoft.com/office/drawing/2014/main" id="{8F7EB533-05C3-35A9-8D32-86373A7101EA}"/>
              </a:ext>
            </a:extLst>
          </p:cNvPr>
          <p:cNvSpPr/>
          <p:nvPr/>
        </p:nvSpPr>
        <p:spPr>
          <a:xfrm>
            <a:off x="10796353" y="590620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50</a:t>
            </a:r>
            <a:endParaRPr lang="th-TH" sz="2000" dirty="0">
              <a:solidFill>
                <a:sysClr val="windowText" lastClr="000000"/>
              </a:solidFill>
            </a:endParaRPr>
          </a:p>
        </p:txBody>
      </p:sp>
      <p:sp>
        <p:nvSpPr>
          <p:cNvPr id="130" name="TextBox 129">
            <a:extLst>
              <a:ext uri="{FF2B5EF4-FFF2-40B4-BE49-F238E27FC236}">
                <a16:creationId xmlns:a16="http://schemas.microsoft.com/office/drawing/2014/main" id="{44DD0D78-01E9-2D26-219F-9E127A832052}"/>
              </a:ext>
            </a:extLst>
          </p:cNvPr>
          <p:cNvSpPr txBox="1"/>
          <p:nvPr/>
        </p:nvSpPr>
        <p:spPr>
          <a:xfrm>
            <a:off x="10908732" y="5621719"/>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31" name="TextBox 130">
            <a:extLst>
              <a:ext uri="{FF2B5EF4-FFF2-40B4-BE49-F238E27FC236}">
                <a16:creationId xmlns:a16="http://schemas.microsoft.com/office/drawing/2014/main" id="{BC2E6A6B-51FA-5D5F-03C8-CD1012833001}"/>
              </a:ext>
            </a:extLst>
          </p:cNvPr>
          <p:cNvSpPr txBox="1"/>
          <p:nvPr/>
        </p:nvSpPr>
        <p:spPr>
          <a:xfrm>
            <a:off x="9898432" y="3339224"/>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33" name="TextBox 132">
            <a:extLst>
              <a:ext uri="{FF2B5EF4-FFF2-40B4-BE49-F238E27FC236}">
                <a16:creationId xmlns:a16="http://schemas.microsoft.com/office/drawing/2014/main" id="{E88FAF2B-292E-E048-E2A0-EEC339297A71}"/>
              </a:ext>
            </a:extLst>
          </p:cNvPr>
          <p:cNvSpPr txBox="1"/>
          <p:nvPr/>
        </p:nvSpPr>
        <p:spPr>
          <a:xfrm>
            <a:off x="576754" y="1952454"/>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34" name="TextBox 133">
            <a:extLst>
              <a:ext uri="{FF2B5EF4-FFF2-40B4-BE49-F238E27FC236}">
                <a16:creationId xmlns:a16="http://schemas.microsoft.com/office/drawing/2014/main" id="{1312EE21-EF00-C96B-CDE6-5FA5D29FF20B}"/>
              </a:ext>
            </a:extLst>
          </p:cNvPr>
          <p:cNvSpPr txBox="1"/>
          <p:nvPr/>
        </p:nvSpPr>
        <p:spPr>
          <a:xfrm>
            <a:off x="1738664" y="1952453"/>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35" name="TextBox 134">
            <a:extLst>
              <a:ext uri="{FF2B5EF4-FFF2-40B4-BE49-F238E27FC236}">
                <a16:creationId xmlns:a16="http://schemas.microsoft.com/office/drawing/2014/main" id="{21DA92AE-2D09-C939-8A42-2714565026A0}"/>
              </a:ext>
            </a:extLst>
          </p:cNvPr>
          <p:cNvSpPr txBox="1"/>
          <p:nvPr/>
        </p:nvSpPr>
        <p:spPr>
          <a:xfrm>
            <a:off x="1475631" y="1234148"/>
            <a:ext cx="349645" cy="400110"/>
          </a:xfrm>
          <a:prstGeom prst="rect">
            <a:avLst/>
          </a:prstGeom>
          <a:noFill/>
        </p:spPr>
        <p:txBody>
          <a:bodyPr wrap="square" rtlCol="0">
            <a:spAutoFit/>
          </a:bodyPr>
          <a:lstStyle/>
          <a:p>
            <a:r>
              <a:rPr lang="en-US" sz="2000" dirty="0">
                <a:solidFill>
                  <a:schemeClr val="accent6"/>
                </a:solidFill>
              </a:rPr>
              <a:t>0</a:t>
            </a:r>
          </a:p>
        </p:txBody>
      </p:sp>
      <p:sp>
        <p:nvSpPr>
          <p:cNvPr id="136" name="TextBox 135">
            <a:extLst>
              <a:ext uri="{FF2B5EF4-FFF2-40B4-BE49-F238E27FC236}">
                <a16:creationId xmlns:a16="http://schemas.microsoft.com/office/drawing/2014/main" id="{F94F38CE-91D0-95A4-B350-B21367AFFF0D}"/>
              </a:ext>
            </a:extLst>
          </p:cNvPr>
          <p:cNvSpPr txBox="1"/>
          <p:nvPr/>
        </p:nvSpPr>
        <p:spPr>
          <a:xfrm>
            <a:off x="3002636" y="1965284"/>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38" name="TextBox 137">
            <a:extLst>
              <a:ext uri="{FF2B5EF4-FFF2-40B4-BE49-F238E27FC236}">
                <a16:creationId xmlns:a16="http://schemas.microsoft.com/office/drawing/2014/main" id="{7928B984-C79C-3BCC-9B60-9DCB58C4ECD0}"/>
              </a:ext>
            </a:extLst>
          </p:cNvPr>
          <p:cNvSpPr txBox="1"/>
          <p:nvPr/>
        </p:nvSpPr>
        <p:spPr>
          <a:xfrm>
            <a:off x="3901513" y="1246978"/>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39" name="TextBox 138">
            <a:extLst>
              <a:ext uri="{FF2B5EF4-FFF2-40B4-BE49-F238E27FC236}">
                <a16:creationId xmlns:a16="http://schemas.microsoft.com/office/drawing/2014/main" id="{1733D39E-D7A6-F94D-144B-D73784E7C24A}"/>
              </a:ext>
            </a:extLst>
          </p:cNvPr>
          <p:cNvSpPr txBox="1"/>
          <p:nvPr/>
        </p:nvSpPr>
        <p:spPr>
          <a:xfrm>
            <a:off x="5396561" y="1299844"/>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40" name="TextBox 139">
            <a:extLst>
              <a:ext uri="{FF2B5EF4-FFF2-40B4-BE49-F238E27FC236}">
                <a16:creationId xmlns:a16="http://schemas.microsoft.com/office/drawing/2014/main" id="{203DA6D9-2536-128E-AE20-50796A7A861B}"/>
              </a:ext>
            </a:extLst>
          </p:cNvPr>
          <p:cNvSpPr txBox="1"/>
          <p:nvPr/>
        </p:nvSpPr>
        <p:spPr>
          <a:xfrm>
            <a:off x="7303582" y="1282030"/>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41" name="TextBox 140">
            <a:extLst>
              <a:ext uri="{FF2B5EF4-FFF2-40B4-BE49-F238E27FC236}">
                <a16:creationId xmlns:a16="http://schemas.microsoft.com/office/drawing/2014/main" id="{273BFC5C-CC82-CC35-6C53-AACF2C58BE4F}"/>
              </a:ext>
            </a:extLst>
          </p:cNvPr>
          <p:cNvSpPr txBox="1"/>
          <p:nvPr/>
        </p:nvSpPr>
        <p:spPr>
          <a:xfrm>
            <a:off x="6205974" y="500032"/>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42" name="TextBox 141">
            <a:extLst>
              <a:ext uri="{FF2B5EF4-FFF2-40B4-BE49-F238E27FC236}">
                <a16:creationId xmlns:a16="http://schemas.microsoft.com/office/drawing/2014/main" id="{4E770EA1-447F-B9A5-9C3D-1E0FED2EE695}"/>
              </a:ext>
            </a:extLst>
          </p:cNvPr>
          <p:cNvSpPr txBox="1"/>
          <p:nvPr/>
        </p:nvSpPr>
        <p:spPr>
          <a:xfrm>
            <a:off x="6853600" y="2151898"/>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43" name="TextBox 142">
            <a:extLst>
              <a:ext uri="{FF2B5EF4-FFF2-40B4-BE49-F238E27FC236}">
                <a16:creationId xmlns:a16="http://schemas.microsoft.com/office/drawing/2014/main" id="{4AF54768-4112-3524-0E83-238072939341}"/>
              </a:ext>
            </a:extLst>
          </p:cNvPr>
          <p:cNvSpPr txBox="1"/>
          <p:nvPr/>
        </p:nvSpPr>
        <p:spPr>
          <a:xfrm>
            <a:off x="7939526" y="2130028"/>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44" name="TextBox 143">
            <a:extLst>
              <a:ext uri="{FF2B5EF4-FFF2-40B4-BE49-F238E27FC236}">
                <a16:creationId xmlns:a16="http://schemas.microsoft.com/office/drawing/2014/main" id="{8EE812CF-32AC-F36D-99FC-0BB8B3621F75}"/>
              </a:ext>
            </a:extLst>
          </p:cNvPr>
          <p:cNvSpPr txBox="1"/>
          <p:nvPr/>
        </p:nvSpPr>
        <p:spPr>
          <a:xfrm>
            <a:off x="6028306" y="2160662"/>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45" name="TextBox 144">
            <a:extLst>
              <a:ext uri="{FF2B5EF4-FFF2-40B4-BE49-F238E27FC236}">
                <a16:creationId xmlns:a16="http://schemas.microsoft.com/office/drawing/2014/main" id="{33FE1139-73E3-7B25-C2FC-1995A512CBF6}"/>
              </a:ext>
            </a:extLst>
          </p:cNvPr>
          <p:cNvSpPr txBox="1"/>
          <p:nvPr/>
        </p:nvSpPr>
        <p:spPr>
          <a:xfrm>
            <a:off x="4780791" y="2119172"/>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46" name="TextBox 145">
            <a:extLst>
              <a:ext uri="{FF2B5EF4-FFF2-40B4-BE49-F238E27FC236}">
                <a16:creationId xmlns:a16="http://schemas.microsoft.com/office/drawing/2014/main" id="{32CEBB8F-940B-0FF2-FDAA-670C2D3F6478}"/>
              </a:ext>
            </a:extLst>
          </p:cNvPr>
          <p:cNvSpPr txBox="1"/>
          <p:nvPr/>
        </p:nvSpPr>
        <p:spPr>
          <a:xfrm>
            <a:off x="5314383" y="2873229"/>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47" name="TextBox 146">
            <a:extLst>
              <a:ext uri="{FF2B5EF4-FFF2-40B4-BE49-F238E27FC236}">
                <a16:creationId xmlns:a16="http://schemas.microsoft.com/office/drawing/2014/main" id="{09DD824C-07E4-FDB6-CDE8-167F97E1DAEC}"/>
              </a:ext>
            </a:extLst>
          </p:cNvPr>
          <p:cNvSpPr txBox="1"/>
          <p:nvPr/>
        </p:nvSpPr>
        <p:spPr>
          <a:xfrm>
            <a:off x="9835693" y="558496"/>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48" name="TextBox 147">
            <a:extLst>
              <a:ext uri="{FF2B5EF4-FFF2-40B4-BE49-F238E27FC236}">
                <a16:creationId xmlns:a16="http://schemas.microsoft.com/office/drawing/2014/main" id="{EE186D5D-8083-0167-7A71-684E5183DD32}"/>
              </a:ext>
            </a:extLst>
          </p:cNvPr>
          <p:cNvSpPr txBox="1"/>
          <p:nvPr/>
        </p:nvSpPr>
        <p:spPr>
          <a:xfrm>
            <a:off x="9006064" y="1338693"/>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49" name="TextBox 148">
            <a:extLst>
              <a:ext uri="{FF2B5EF4-FFF2-40B4-BE49-F238E27FC236}">
                <a16:creationId xmlns:a16="http://schemas.microsoft.com/office/drawing/2014/main" id="{DB82EDA2-5403-4E03-B972-5F0F015E67E3}"/>
              </a:ext>
            </a:extLst>
          </p:cNvPr>
          <p:cNvSpPr txBox="1"/>
          <p:nvPr/>
        </p:nvSpPr>
        <p:spPr>
          <a:xfrm>
            <a:off x="9364573" y="2289811"/>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50" name="TextBox 149">
            <a:extLst>
              <a:ext uri="{FF2B5EF4-FFF2-40B4-BE49-F238E27FC236}">
                <a16:creationId xmlns:a16="http://schemas.microsoft.com/office/drawing/2014/main" id="{744AA7C1-1039-5A5C-5DD2-5180C58C0DD5}"/>
              </a:ext>
            </a:extLst>
          </p:cNvPr>
          <p:cNvSpPr txBox="1"/>
          <p:nvPr/>
        </p:nvSpPr>
        <p:spPr>
          <a:xfrm>
            <a:off x="11072887" y="1329290"/>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51" name="TextBox 150">
            <a:extLst>
              <a:ext uri="{FF2B5EF4-FFF2-40B4-BE49-F238E27FC236}">
                <a16:creationId xmlns:a16="http://schemas.microsoft.com/office/drawing/2014/main" id="{8B50C6E6-2607-A68D-AB89-D1EA55EC2E1B}"/>
              </a:ext>
            </a:extLst>
          </p:cNvPr>
          <p:cNvSpPr txBox="1"/>
          <p:nvPr/>
        </p:nvSpPr>
        <p:spPr>
          <a:xfrm>
            <a:off x="584897" y="4746268"/>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52" name="TextBox 151">
            <a:extLst>
              <a:ext uri="{FF2B5EF4-FFF2-40B4-BE49-F238E27FC236}">
                <a16:creationId xmlns:a16="http://schemas.microsoft.com/office/drawing/2014/main" id="{B5B63380-7599-2A63-A816-8A35879094B5}"/>
              </a:ext>
            </a:extLst>
          </p:cNvPr>
          <p:cNvSpPr txBox="1"/>
          <p:nvPr/>
        </p:nvSpPr>
        <p:spPr>
          <a:xfrm>
            <a:off x="1746807" y="4746267"/>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53" name="TextBox 152">
            <a:extLst>
              <a:ext uri="{FF2B5EF4-FFF2-40B4-BE49-F238E27FC236}">
                <a16:creationId xmlns:a16="http://schemas.microsoft.com/office/drawing/2014/main" id="{612C71A9-8FF7-55E7-A7A8-45AFC45E523E}"/>
              </a:ext>
            </a:extLst>
          </p:cNvPr>
          <p:cNvSpPr txBox="1"/>
          <p:nvPr/>
        </p:nvSpPr>
        <p:spPr>
          <a:xfrm>
            <a:off x="1483774" y="4027962"/>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54" name="Speech Bubble: Rectangle with Corners Rounded 153">
            <a:extLst>
              <a:ext uri="{FF2B5EF4-FFF2-40B4-BE49-F238E27FC236}">
                <a16:creationId xmlns:a16="http://schemas.microsoft.com/office/drawing/2014/main" id="{4CFFC87E-2667-FEEF-2967-0F84FEC87B03}"/>
              </a:ext>
            </a:extLst>
          </p:cNvPr>
          <p:cNvSpPr/>
          <p:nvPr/>
        </p:nvSpPr>
        <p:spPr>
          <a:xfrm>
            <a:off x="10682980" y="3083520"/>
            <a:ext cx="1095187" cy="668459"/>
          </a:xfrm>
          <a:prstGeom prst="wedgeRoundRectCallout">
            <a:avLst>
              <a:gd name="adj1" fmla="val -18897"/>
              <a:gd name="adj2" fmla="val 99954"/>
              <a:gd name="adj3" fmla="val 16667"/>
            </a:avLst>
          </a:prstGeom>
          <a:solidFill>
            <a:schemeClr val="accent2">
              <a:alpha val="52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Every node must be balanced</a:t>
            </a:r>
            <a:endParaRPr lang="th-TH" sz="1400" dirty="0"/>
          </a:p>
        </p:txBody>
      </p:sp>
      <p:cxnSp>
        <p:nvCxnSpPr>
          <p:cNvPr id="155" name="Straight Connector 154">
            <a:extLst>
              <a:ext uri="{FF2B5EF4-FFF2-40B4-BE49-F238E27FC236}">
                <a16:creationId xmlns:a16="http://schemas.microsoft.com/office/drawing/2014/main" id="{83199FBF-6617-23E8-A560-2F27482C04B5}"/>
              </a:ext>
            </a:extLst>
          </p:cNvPr>
          <p:cNvCxnSpPr>
            <a:cxnSpLocks/>
            <a:stCxn id="158" idx="1"/>
            <a:endCxn id="157" idx="1"/>
          </p:cNvCxnSpPr>
          <p:nvPr/>
        </p:nvCxnSpPr>
        <p:spPr>
          <a:xfrm flipV="1">
            <a:off x="7766473" y="4381173"/>
            <a:ext cx="511168" cy="8878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D58C2183-2B09-4C9B-0BC2-8C00224B2A28}"/>
              </a:ext>
            </a:extLst>
          </p:cNvPr>
          <p:cNvCxnSpPr>
            <a:cxnSpLocks/>
            <a:stCxn id="159" idx="1"/>
            <a:endCxn id="158" idx="1"/>
          </p:cNvCxnSpPr>
          <p:nvPr/>
        </p:nvCxnSpPr>
        <p:spPr>
          <a:xfrm flipV="1">
            <a:off x="7275339" y="5269000"/>
            <a:ext cx="491134" cy="8286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57" name="Arc 156">
            <a:extLst>
              <a:ext uri="{FF2B5EF4-FFF2-40B4-BE49-F238E27FC236}">
                <a16:creationId xmlns:a16="http://schemas.microsoft.com/office/drawing/2014/main" id="{5FAEBBF8-3FAB-4A06-0C11-1AC687F7E4D1}"/>
              </a:ext>
            </a:extLst>
          </p:cNvPr>
          <p:cNvSpPr/>
          <p:nvPr/>
        </p:nvSpPr>
        <p:spPr>
          <a:xfrm>
            <a:off x="8086173" y="418970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158" name="Arc 157">
            <a:extLst>
              <a:ext uri="{FF2B5EF4-FFF2-40B4-BE49-F238E27FC236}">
                <a16:creationId xmlns:a16="http://schemas.microsoft.com/office/drawing/2014/main" id="{290C40C0-41FB-9AF9-CEB1-727A15A96267}"/>
              </a:ext>
            </a:extLst>
          </p:cNvPr>
          <p:cNvSpPr/>
          <p:nvPr/>
        </p:nvSpPr>
        <p:spPr>
          <a:xfrm>
            <a:off x="7575005" y="5077532"/>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159" name="Arc 158">
            <a:extLst>
              <a:ext uri="{FF2B5EF4-FFF2-40B4-BE49-F238E27FC236}">
                <a16:creationId xmlns:a16="http://schemas.microsoft.com/office/drawing/2014/main" id="{4ECCF424-1746-DF33-072F-D7D7999984A2}"/>
              </a:ext>
            </a:extLst>
          </p:cNvPr>
          <p:cNvSpPr/>
          <p:nvPr/>
        </p:nvSpPr>
        <p:spPr>
          <a:xfrm>
            <a:off x="7083871" y="590620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0</a:t>
            </a:r>
            <a:endParaRPr lang="th-TH" sz="2000" dirty="0">
              <a:solidFill>
                <a:sysClr val="windowText" lastClr="000000"/>
              </a:solidFill>
            </a:endParaRPr>
          </a:p>
        </p:txBody>
      </p:sp>
      <p:sp>
        <p:nvSpPr>
          <p:cNvPr id="160" name="Rectangle: Rounded Corners 159">
            <a:extLst>
              <a:ext uri="{FF2B5EF4-FFF2-40B4-BE49-F238E27FC236}">
                <a16:creationId xmlns:a16="http://schemas.microsoft.com/office/drawing/2014/main" id="{7127B7E5-6CE5-07CC-5209-636095E28BD6}"/>
              </a:ext>
            </a:extLst>
          </p:cNvPr>
          <p:cNvSpPr/>
          <p:nvPr/>
        </p:nvSpPr>
        <p:spPr>
          <a:xfrm>
            <a:off x="6850235" y="4020242"/>
            <a:ext cx="1919103" cy="2414423"/>
          </a:xfrm>
          <a:prstGeom prst="roundRect">
            <a:avLst>
              <a:gd name="adj" fmla="val 1128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161" name="Graphic 160" descr="Close">
            <a:extLst>
              <a:ext uri="{FF2B5EF4-FFF2-40B4-BE49-F238E27FC236}">
                <a16:creationId xmlns:a16="http://schemas.microsoft.com/office/drawing/2014/main" id="{7C764E8B-EDDC-44A2-A8FA-8916B45525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0196" y="4125749"/>
            <a:ext cx="474777" cy="474777"/>
          </a:xfrm>
          <a:prstGeom prst="rect">
            <a:avLst/>
          </a:prstGeom>
        </p:spPr>
      </p:pic>
      <p:sp>
        <p:nvSpPr>
          <p:cNvPr id="162" name="TextBox 161">
            <a:extLst>
              <a:ext uri="{FF2B5EF4-FFF2-40B4-BE49-F238E27FC236}">
                <a16:creationId xmlns:a16="http://schemas.microsoft.com/office/drawing/2014/main" id="{A8630572-6199-5D82-1803-BC7EBFA73734}"/>
              </a:ext>
            </a:extLst>
          </p:cNvPr>
          <p:cNvSpPr txBox="1"/>
          <p:nvPr/>
        </p:nvSpPr>
        <p:spPr>
          <a:xfrm>
            <a:off x="7014175" y="5627406"/>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63" name="TextBox 162">
            <a:extLst>
              <a:ext uri="{FF2B5EF4-FFF2-40B4-BE49-F238E27FC236}">
                <a16:creationId xmlns:a16="http://schemas.microsoft.com/office/drawing/2014/main" id="{709A83E8-AED3-8F3C-B5AC-338AAC7D4E5C}"/>
              </a:ext>
            </a:extLst>
          </p:cNvPr>
          <p:cNvSpPr txBox="1"/>
          <p:nvPr/>
        </p:nvSpPr>
        <p:spPr>
          <a:xfrm>
            <a:off x="7363820" y="4841750"/>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64" name="TextBox 163">
            <a:extLst>
              <a:ext uri="{FF2B5EF4-FFF2-40B4-BE49-F238E27FC236}">
                <a16:creationId xmlns:a16="http://schemas.microsoft.com/office/drawing/2014/main" id="{1A78725A-D5C6-8540-0A22-5FF466C817CF}"/>
              </a:ext>
            </a:extLst>
          </p:cNvPr>
          <p:cNvSpPr txBox="1"/>
          <p:nvPr/>
        </p:nvSpPr>
        <p:spPr>
          <a:xfrm>
            <a:off x="7848510" y="4026952"/>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169" name="TextBox 168">
            <a:extLst>
              <a:ext uri="{FF2B5EF4-FFF2-40B4-BE49-F238E27FC236}">
                <a16:creationId xmlns:a16="http://schemas.microsoft.com/office/drawing/2014/main" id="{2B05AB2F-B0CD-7FDB-2D41-2FF5D116C975}"/>
              </a:ext>
            </a:extLst>
          </p:cNvPr>
          <p:cNvSpPr txBox="1"/>
          <p:nvPr/>
        </p:nvSpPr>
        <p:spPr>
          <a:xfrm>
            <a:off x="8095945" y="5627406"/>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Tree>
    <p:extLst>
      <p:ext uri="{BB962C8B-B14F-4D97-AF65-F5344CB8AC3E}">
        <p14:creationId xmlns:p14="http://schemas.microsoft.com/office/powerpoint/2010/main" val="181207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EAC6-2252-4CB4-316E-0F99115BE714}"/>
              </a:ext>
            </a:extLst>
          </p:cNvPr>
          <p:cNvSpPr>
            <a:spLocks noGrp="1"/>
          </p:cNvSpPr>
          <p:nvPr>
            <p:ph type="title"/>
          </p:nvPr>
        </p:nvSpPr>
        <p:spPr/>
        <p:txBody>
          <a:bodyPr/>
          <a:lstStyle/>
          <a:p>
            <a:r>
              <a:rPr lang="en-US" dirty="0"/>
              <a:t>What </a:t>
            </a:r>
            <a:r>
              <a:rPr lang="en-US"/>
              <a:t>is the maximum height of an AVL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736B16-8905-1EBA-DDEB-82DB4E597AD1}"/>
                  </a:ext>
                </a:extLst>
              </p:cNvPr>
              <p:cNvSpPr>
                <a:spLocks noGrp="1"/>
              </p:cNvSpPr>
              <p:nvPr>
                <p:ph idx="1"/>
              </p:nvPr>
            </p:nvSpPr>
            <p:spPr/>
            <p:txBody>
              <a:bodyPr>
                <a:normAutofit lnSpcReduction="10000"/>
              </a:bodyPr>
              <a:lstStyle/>
              <a:p>
                <a:r>
                  <a:rPr lang="en-US" dirty="0"/>
                  <a:t>Why maintaining the balance constraint makes the height of the tree as O(lg n)?</a:t>
                </a:r>
              </a:p>
              <a:p>
                <a:r>
                  <a:rPr lang="en-US" dirty="0"/>
                  <a:t>For a non-zero integer h, define </a:t>
                </a:r>
                <a:r>
                  <a:rPr lang="en-US" dirty="0">
                    <a:solidFill>
                      <a:schemeClr val="accent5"/>
                    </a:solidFill>
                  </a:rPr>
                  <a:t>A</a:t>
                </a:r>
                <a:r>
                  <a:rPr lang="en-US" baseline="-25000" dirty="0">
                    <a:solidFill>
                      <a:schemeClr val="accent5"/>
                    </a:solidFill>
                  </a:rPr>
                  <a:t>h</a:t>
                </a:r>
                <a:r>
                  <a:rPr lang="en-US" dirty="0"/>
                  <a:t> as an </a:t>
                </a:r>
                <a:r>
                  <a:rPr lang="en-US" dirty="0">
                    <a:solidFill>
                      <a:schemeClr val="accent5"/>
                    </a:solidFill>
                  </a:rPr>
                  <a:t>AVL tree of height h </a:t>
                </a:r>
                <a:r>
                  <a:rPr lang="en-US" dirty="0"/>
                  <a:t>that has minimum number of nodes </a:t>
                </a:r>
              </a:p>
              <a:p>
                <a:pPr lvl="1"/>
                <a:r>
                  <a:rPr lang="en-US" dirty="0"/>
                  <a:t>A</a:t>
                </a:r>
                <a:r>
                  <a:rPr lang="en-US" baseline="-25000" dirty="0"/>
                  <a:t>1</a:t>
                </a:r>
                <a:r>
                  <a:rPr lang="en-US" dirty="0"/>
                  <a:t>, A</a:t>
                </a:r>
                <a:r>
                  <a:rPr lang="en-US" baseline="-25000" dirty="0"/>
                  <a:t>2</a:t>
                </a:r>
                <a:r>
                  <a:rPr lang="en-US" dirty="0"/>
                  <a:t>, …, A</a:t>
                </a:r>
                <a:r>
                  <a:rPr lang="en-US" baseline="-25000" dirty="0"/>
                  <a:t>h</a:t>
                </a:r>
                <a:r>
                  <a:rPr lang="en-US" dirty="0"/>
                  <a:t> are called </a:t>
                </a:r>
                <a:r>
                  <a:rPr lang="en-US" dirty="0">
                    <a:solidFill>
                      <a:schemeClr val="accent4"/>
                    </a:solidFill>
                  </a:rPr>
                  <a:t>Fibonacci tree</a:t>
                </a:r>
              </a:p>
              <a:p>
                <a:r>
                  <a:rPr lang="en-US" dirty="0"/>
                  <a:t>Let </a:t>
                </a:r>
                <a:r>
                  <a:rPr lang="en-US" dirty="0">
                    <a:solidFill>
                      <a:schemeClr val="accent5"/>
                    </a:solidFill>
                  </a:rPr>
                  <a:t>|A</a:t>
                </a:r>
                <a:r>
                  <a:rPr lang="en-US" baseline="-25000" dirty="0">
                    <a:solidFill>
                      <a:schemeClr val="accent5"/>
                    </a:solidFill>
                  </a:rPr>
                  <a:t>h</a:t>
                </a:r>
                <a:r>
                  <a:rPr lang="en-US" dirty="0">
                    <a:solidFill>
                      <a:schemeClr val="accent5"/>
                    </a:solidFill>
                  </a:rPr>
                  <a:t>|</a:t>
                </a:r>
                <a:r>
                  <a:rPr lang="en-US" dirty="0"/>
                  <a:t> be the number of nodes in the three A</a:t>
                </a:r>
                <a:r>
                  <a:rPr lang="en-US" baseline="-25000" dirty="0"/>
                  <a:t>h</a:t>
                </a:r>
              </a:p>
              <a:p>
                <a:pPr lvl="1"/>
                <a:r>
                  <a:rPr lang="en-US" dirty="0"/>
                  <a:t>To get to height h, we need at least |A</a:t>
                </a:r>
                <a:r>
                  <a:rPr lang="en-US" baseline="-25000" dirty="0"/>
                  <a:t>h</a:t>
                </a:r>
                <a:r>
                  <a:rPr lang="en-US" dirty="0"/>
                  <a:t>| nodes,</a:t>
                </a:r>
              </a:p>
              <a:p>
                <a:pPr lvl="1"/>
                <a:r>
                  <a:rPr lang="en-US" dirty="0"/>
                  <a:t>We will show the relation between h and |A</a:t>
                </a:r>
                <a:r>
                  <a:rPr lang="en-US" baseline="-25000" dirty="0"/>
                  <a:t>h</a:t>
                </a:r>
                <a:r>
                  <a:rPr lang="en-US" dirty="0"/>
                  <a:t>| </a:t>
                </a:r>
              </a:p>
              <a:p>
                <a:pPr lvl="2"/>
                <a:r>
                  <a:rPr lang="en-US" dirty="0"/>
                  <a:t>It is that </a:t>
                </a:r>
                <a:r>
                  <a:rPr lang="en-US" dirty="0">
                    <a:solidFill>
                      <a:schemeClr val="accent3"/>
                    </a:solidFill>
                  </a:rPr>
                  <a:t>|A</a:t>
                </a:r>
                <a:r>
                  <a:rPr lang="en-US" baseline="-25000" dirty="0">
                    <a:solidFill>
                      <a:schemeClr val="accent3"/>
                    </a:solidFill>
                  </a:rPr>
                  <a:t>h</a:t>
                </a:r>
                <a:r>
                  <a:rPr lang="en-US" dirty="0">
                    <a:solidFill>
                      <a:schemeClr val="accent3"/>
                    </a:solidFill>
                  </a:rPr>
                  <a:t>| is </a:t>
                </a:r>
                <a14:m>
                  <m:oMath xmlns:m="http://schemas.openxmlformats.org/officeDocument/2006/math">
                    <m:r>
                      <m:rPr>
                        <m:sty m:val="p"/>
                      </m:rPr>
                      <a:rPr lang="en-US" b="0" i="0" dirty="0" smtClean="0">
                        <a:solidFill>
                          <a:schemeClr val="accent3"/>
                        </a:solidFill>
                        <a:latin typeface="Cambria Math" panose="02040503050406030204" pitchFamily="18" charset="0"/>
                      </a:rPr>
                      <m:t>Ω</m:t>
                    </m:r>
                  </m:oMath>
                </a14:m>
                <a:r>
                  <a:rPr lang="en-US" dirty="0">
                    <a:solidFill>
                      <a:schemeClr val="accent3"/>
                    </a:solidFill>
                  </a:rPr>
                  <a:t>(2</a:t>
                </a:r>
                <a:r>
                  <a:rPr lang="en-US" baseline="30000" dirty="0">
                    <a:solidFill>
                      <a:schemeClr val="accent3"/>
                    </a:solidFill>
                  </a:rPr>
                  <a:t>h</a:t>
                </a:r>
                <a:r>
                  <a:rPr lang="en-US" dirty="0">
                    <a:solidFill>
                      <a:schemeClr val="accent3"/>
                    </a:solidFill>
                  </a:rPr>
                  <a:t>)</a:t>
                </a:r>
                <a:endParaRPr lang="en-US" dirty="0"/>
              </a:p>
            </p:txBody>
          </p:sp>
        </mc:Choice>
        <mc:Fallback xmlns="">
          <p:sp>
            <p:nvSpPr>
              <p:cNvPr id="3" name="Content Placeholder 2">
                <a:extLst>
                  <a:ext uri="{FF2B5EF4-FFF2-40B4-BE49-F238E27FC236}">
                    <a16:creationId xmlns:a16="http://schemas.microsoft.com/office/drawing/2014/main" id="{74736B16-8905-1EBA-DDEB-82DB4E597AD1}"/>
                  </a:ext>
                </a:extLst>
              </p:cNvPr>
              <p:cNvSpPr>
                <a:spLocks noGrp="1" noRot="1" noChangeAspect="1" noMove="1" noResize="1" noEditPoints="1" noAdjustHandles="1" noChangeArrowheads="1" noChangeShapeType="1" noTextEdit="1"/>
              </p:cNvSpPr>
              <p:nvPr>
                <p:ph idx="1"/>
              </p:nvPr>
            </p:nvSpPr>
            <p:spPr>
              <a:blipFill>
                <a:blip r:embed="rId2"/>
                <a:stretch>
                  <a:fillRect l="-1043" t="-365" b="-1458"/>
                </a:stretch>
              </a:blipFill>
            </p:spPr>
            <p:txBody>
              <a:bodyPr/>
              <a:lstStyle/>
              <a:p>
                <a:r>
                  <a:rPr lang="en-US">
                    <a:noFill/>
                  </a:rPr>
                  <a:t> </a:t>
                </a:r>
              </a:p>
            </p:txBody>
          </p:sp>
        </mc:Fallback>
      </mc:AlternateContent>
    </p:spTree>
    <p:extLst>
      <p:ext uri="{BB962C8B-B14F-4D97-AF65-F5344CB8AC3E}">
        <p14:creationId xmlns:p14="http://schemas.microsoft.com/office/powerpoint/2010/main" val="2837296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463C5510-1D83-33FF-7C2E-35DFA3A7169C}"/>
              </a:ext>
            </a:extLst>
          </p:cNvPr>
          <p:cNvCxnSpPr>
            <a:cxnSpLocks/>
            <a:stCxn id="52" idx="1"/>
            <a:endCxn id="65" idx="1"/>
          </p:cNvCxnSpPr>
          <p:nvPr/>
        </p:nvCxnSpPr>
        <p:spPr>
          <a:xfrm flipH="1">
            <a:off x="8892101" y="1679415"/>
            <a:ext cx="942128" cy="602851"/>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FDC25B0-9496-B7D7-E2DC-06BF7737AA38}"/>
              </a:ext>
            </a:extLst>
          </p:cNvPr>
          <p:cNvCxnSpPr>
            <a:cxnSpLocks/>
            <a:stCxn id="52" idx="1"/>
            <a:endCxn id="68" idx="1"/>
          </p:cNvCxnSpPr>
          <p:nvPr/>
        </p:nvCxnSpPr>
        <p:spPr>
          <a:xfrm>
            <a:off x="9834229" y="1679415"/>
            <a:ext cx="1243856" cy="58070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9A72F-C3BB-4DE0-F1DC-5BC878116D1A}"/>
              </a:ext>
            </a:extLst>
          </p:cNvPr>
          <p:cNvCxnSpPr>
            <a:cxnSpLocks/>
            <a:stCxn id="30" idx="1"/>
            <a:endCxn id="41" idx="1"/>
          </p:cNvCxnSpPr>
          <p:nvPr/>
        </p:nvCxnSpPr>
        <p:spPr>
          <a:xfrm flipV="1">
            <a:off x="5745239" y="1679415"/>
            <a:ext cx="531128" cy="58070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85793C3-BD6E-B517-101C-BB1FD90A9207}"/>
              </a:ext>
            </a:extLst>
          </p:cNvPr>
          <p:cNvCxnSpPr>
            <a:cxnSpLocks/>
            <a:stCxn id="37" idx="1"/>
            <a:endCxn id="41" idx="1"/>
          </p:cNvCxnSpPr>
          <p:nvPr/>
        </p:nvCxnSpPr>
        <p:spPr>
          <a:xfrm flipH="1" flipV="1">
            <a:off x="6276367" y="1679415"/>
            <a:ext cx="567704" cy="5803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BD4D44D-C45F-3864-0A4B-18E7DFFF3392}"/>
              </a:ext>
            </a:extLst>
          </p:cNvPr>
          <p:cNvCxnSpPr>
            <a:cxnSpLocks/>
            <a:stCxn id="18" idx="1"/>
            <a:endCxn id="15" idx="1"/>
          </p:cNvCxnSpPr>
          <p:nvPr/>
        </p:nvCxnSpPr>
        <p:spPr>
          <a:xfrm flipV="1">
            <a:off x="3565364" y="1693015"/>
            <a:ext cx="450338" cy="566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918C66D-B473-7411-F251-A8E6C092A72A}"/>
              </a:ext>
            </a:extLst>
          </p:cNvPr>
          <p:cNvCxnSpPr>
            <a:cxnSpLocks/>
            <a:stCxn id="10" idx="1"/>
            <a:endCxn id="8" idx="1"/>
          </p:cNvCxnSpPr>
          <p:nvPr/>
        </p:nvCxnSpPr>
        <p:spPr>
          <a:xfrm flipH="1" flipV="1">
            <a:off x="2349971" y="1692685"/>
            <a:ext cx="386532" cy="56710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A6E53AF-7753-4FA8-F575-B6EFB6B51436}"/>
              </a:ext>
            </a:extLst>
          </p:cNvPr>
          <p:cNvSpPr>
            <a:spLocks noGrp="1"/>
          </p:cNvSpPr>
          <p:nvPr>
            <p:ph type="title"/>
          </p:nvPr>
        </p:nvSpPr>
        <p:spPr/>
        <p:txBody>
          <a:bodyPr/>
          <a:lstStyle/>
          <a:p>
            <a:r>
              <a:rPr lang="en-US" dirty="0"/>
              <a:t>Fibonacci Tree</a:t>
            </a:r>
          </a:p>
        </p:txBody>
      </p:sp>
      <p:sp>
        <p:nvSpPr>
          <p:cNvPr id="97" name="Content Placeholder 96">
            <a:extLst>
              <a:ext uri="{FF2B5EF4-FFF2-40B4-BE49-F238E27FC236}">
                <a16:creationId xmlns:a16="http://schemas.microsoft.com/office/drawing/2014/main" id="{EBB8BCBB-0249-2B6E-1E90-A3F934931ECF}"/>
              </a:ext>
            </a:extLst>
          </p:cNvPr>
          <p:cNvSpPr>
            <a:spLocks noGrp="1"/>
          </p:cNvSpPr>
          <p:nvPr>
            <p:ph idx="1"/>
          </p:nvPr>
        </p:nvSpPr>
        <p:spPr>
          <a:xfrm>
            <a:off x="4387280" y="4225199"/>
            <a:ext cx="6966520" cy="2149963"/>
          </a:xfrm>
        </p:spPr>
        <p:txBody>
          <a:bodyPr>
            <a:normAutofit/>
          </a:bodyPr>
          <a:lstStyle/>
          <a:p>
            <a:r>
              <a:rPr lang="en-US" dirty="0"/>
              <a:t>We will solve for |A</a:t>
            </a:r>
            <a:r>
              <a:rPr lang="en-US" baseline="-25000" dirty="0"/>
              <a:t>h</a:t>
            </a:r>
            <a:r>
              <a:rPr lang="en-US" dirty="0"/>
              <a:t>|</a:t>
            </a:r>
          </a:p>
        </p:txBody>
      </p:sp>
      <p:sp>
        <p:nvSpPr>
          <p:cNvPr id="4" name="Arc 3">
            <a:extLst>
              <a:ext uri="{FF2B5EF4-FFF2-40B4-BE49-F238E27FC236}">
                <a16:creationId xmlns:a16="http://schemas.microsoft.com/office/drawing/2014/main" id="{38601AEC-C108-AA59-BF6F-536B80874E20}"/>
              </a:ext>
            </a:extLst>
          </p:cNvPr>
          <p:cNvSpPr/>
          <p:nvPr/>
        </p:nvSpPr>
        <p:spPr>
          <a:xfrm>
            <a:off x="947433" y="1538655"/>
            <a:ext cx="308060" cy="308060"/>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5" name="TextBox 4">
            <a:extLst>
              <a:ext uri="{FF2B5EF4-FFF2-40B4-BE49-F238E27FC236}">
                <a16:creationId xmlns:a16="http://schemas.microsoft.com/office/drawing/2014/main" id="{F7066522-56DF-3D9E-CD66-54BD4F58E381}"/>
              </a:ext>
            </a:extLst>
          </p:cNvPr>
          <p:cNvSpPr txBox="1"/>
          <p:nvPr/>
        </p:nvSpPr>
        <p:spPr>
          <a:xfrm>
            <a:off x="947433" y="1138545"/>
            <a:ext cx="694592" cy="400110"/>
          </a:xfrm>
          <a:prstGeom prst="rect">
            <a:avLst/>
          </a:prstGeom>
          <a:noFill/>
        </p:spPr>
        <p:txBody>
          <a:bodyPr wrap="square" rtlCol="0">
            <a:spAutoFit/>
          </a:bodyPr>
          <a:lstStyle/>
          <a:p>
            <a:r>
              <a:rPr lang="en-US" sz="2000" dirty="0"/>
              <a:t>A</a:t>
            </a:r>
            <a:r>
              <a:rPr lang="en-US" sz="2000" baseline="-25000" dirty="0"/>
              <a:t>0</a:t>
            </a:r>
          </a:p>
        </p:txBody>
      </p:sp>
      <p:sp>
        <p:nvSpPr>
          <p:cNvPr id="8" name="Arc 7">
            <a:extLst>
              <a:ext uri="{FF2B5EF4-FFF2-40B4-BE49-F238E27FC236}">
                <a16:creationId xmlns:a16="http://schemas.microsoft.com/office/drawing/2014/main" id="{2EC16621-E9C0-E91F-1026-5660681E71FB}"/>
              </a:ext>
            </a:extLst>
          </p:cNvPr>
          <p:cNvSpPr/>
          <p:nvPr/>
        </p:nvSpPr>
        <p:spPr>
          <a:xfrm>
            <a:off x="2195941" y="1538655"/>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9" name="TextBox 8">
            <a:extLst>
              <a:ext uri="{FF2B5EF4-FFF2-40B4-BE49-F238E27FC236}">
                <a16:creationId xmlns:a16="http://schemas.microsoft.com/office/drawing/2014/main" id="{501CACE7-1BB9-7543-0A88-CFBA5E3B0D69}"/>
              </a:ext>
            </a:extLst>
          </p:cNvPr>
          <p:cNvSpPr txBox="1"/>
          <p:nvPr/>
        </p:nvSpPr>
        <p:spPr>
          <a:xfrm>
            <a:off x="2195941" y="1138545"/>
            <a:ext cx="424167" cy="400110"/>
          </a:xfrm>
          <a:prstGeom prst="rect">
            <a:avLst/>
          </a:prstGeom>
          <a:noFill/>
        </p:spPr>
        <p:txBody>
          <a:bodyPr wrap="square" rtlCol="0">
            <a:spAutoFit/>
          </a:bodyPr>
          <a:lstStyle/>
          <a:p>
            <a:r>
              <a:rPr lang="en-US" sz="2000" dirty="0"/>
              <a:t>A</a:t>
            </a:r>
            <a:r>
              <a:rPr lang="en-US" sz="2000" baseline="-25000" dirty="0"/>
              <a:t>1</a:t>
            </a:r>
          </a:p>
        </p:txBody>
      </p:sp>
      <p:sp>
        <p:nvSpPr>
          <p:cNvPr id="10" name="Arc 9">
            <a:extLst>
              <a:ext uri="{FF2B5EF4-FFF2-40B4-BE49-F238E27FC236}">
                <a16:creationId xmlns:a16="http://schemas.microsoft.com/office/drawing/2014/main" id="{7C9A5959-A5B0-9500-C0EB-1E0222EB3AE2}"/>
              </a:ext>
            </a:extLst>
          </p:cNvPr>
          <p:cNvSpPr/>
          <p:nvPr/>
        </p:nvSpPr>
        <p:spPr>
          <a:xfrm>
            <a:off x="2582473" y="2105759"/>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14" name="Straight Connector 13">
            <a:extLst>
              <a:ext uri="{FF2B5EF4-FFF2-40B4-BE49-F238E27FC236}">
                <a16:creationId xmlns:a16="http://schemas.microsoft.com/office/drawing/2014/main" id="{75C5EBA5-B043-D4F5-8B4D-719A78E2F929}"/>
              </a:ext>
            </a:extLst>
          </p:cNvPr>
          <p:cNvCxnSpPr>
            <a:cxnSpLocks/>
            <a:stCxn id="16" idx="1"/>
            <a:endCxn id="15" idx="1"/>
          </p:cNvCxnSpPr>
          <p:nvPr/>
        </p:nvCxnSpPr>
        <p:spPr>
          <a:xfrm flipH="1" flipV="1">
            <a:off x="4015702" y="1693015"/>
            <a:ext cx="472401" cy="566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Arc 14">
            <a:extLst>
              <a:ext uri="{FF2B5EF4-FFF2-40B4-BE49-F238E27FC236}">
                <a16:creationId xmlns:a16="http://schemas.microsoft.com/office/drawing/2014/main" id="{137E3806-A87B-BFE5-481B-256C3168D1B2}"/>
              </a:ext>
            </a:extLst>
          </p:cNvPr>
          <p:cNvSpPr/>
          <p:nvPr/>
        </p:nvSpPr>
        <p:spPr>
          <a:xfrm>
            <a:off x="3861672" y="1538985"/>
            <a:ext cx="308060" cy="308060"/>
          </a:xfrm>
          <a:prstGeom prst="arc">
            <a:avLst>
              <a:gd name="adj1" fmla="val 16200000"/>
              <a:gd name="adj2" fmla="val 16197843"/>
            </a:avLst>
          </a:prstGeom>
          <a:solidFill>
            <a:schemeClr val="accent2"/>
          </a:solidFill>
          <a:ln>
            <a:solidFill>
              <a:schemeClr val="accent2">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16" name="Arc 15">
            <a:extLst>
              <a:ext uri="{FF2B5EF4-FFF2-40B4-BE49-F238E27FC236}">
                <a16:creationId xmlns:a16="http://schemas.microsoft.com/office/drawing/2014/main" id="{C6BFAF59-1DE8-FBDB-AB5B-6EEC9594F195}"/>
              </a:ext>
            </a:extLst>
          </p:cNvPr>
          <p:cNvSpPr/>
          <p:nvPr/>
        </p:nvSpPr>
        <p:spPr>
          <a:xfrm>
            <a:off x="4334073" y="2105759"/>
            <a:ext cx="308060" cy="308060"/>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17" name="Straight Connector 16">
            <a:extLst>
              <a:ext uri="{FF2B5EF4-FFF2-40B4-BE49-F238E27FC236}">
                <a16:creationId xmlns:a16="http://schemas.microsoft.com/office/drawing/2014/main" id="{72D3140B-44CB-1205-53EA-DE2D1D1AF2D9}"/>
              </a:ext>
            </a:extLst>
          </p:cNvPr>
          <p:cNvCxnSpPr>
            <a:cxnSpLocks/>
            <a:stCxn id="19" idx="1"/>
            <a:endCxn id="18" idx="1"/>
          </p:cNvCxnSpPr>
          <p:nvPr/>
        </p:nvCxnSpPr>
        <p:spPr>
          <a:xfrm flipH="1" flipV="1">
            <a:off x="3565364" y="2259789"/>
            <a:ext cx="386532" cy="56710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Arc 17">
            <a:extLst>
              <a:ext uri="{FF2B5EF4-FFF2-40B4-BE49-F238E27FC236}">
                <a16:creationId xmlns:a16="http://schemas.microsoft.com/office/drawing/2014/main" id="{B3DF469E-E570-3FFB-F89C-34DF4A79A5D4}"/>
              </a:ext>
            </a:extLst>
          </p:cNvPr>
          <p:cNvSpPr/>
          <p:nvPr/>
        </p:nvSpPr>
        <p:spPr>
          <a:xfrm>
            <a:off x="3411334" y="2105759"/>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19" name="Arc 18">
            <a:extLst>
              <a:ext uri="{FF2B5EF4-FFF2-40B4-BE49-F238E27FC236}">
                <a16:creationId xmlns:a16="http://schemas.microsoft.com/office/drawing/2014/main" id="{F62B260A-0403-3219-492D-4DFAB791B5F2}"/>
              </a:ext>
            </a:extLst>
          </p:cNvPr>
          <p:cNvSpPr/>
          <p:nvPr/>
        </p:nvSpPr>
        <p:spPr>
          <a:xfrm>
            <a:off x="3797866" y="2672863"/>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25" name="TextBox 24">
            <a:extLst>
              <a:ext uri="{FF2B5EF4-FFF2-40B4-BE49-F238E27FC236}">
                <a16:creationId xmlns:a16="http://schemas.microsoft.com/office/drawing/2014/main" id="{3F5106C1-28C7-FE16-DC68-5EC4B3E1129F}"/>
              </a:ext>
            </a:extLst>
          </p:cNvPr>
          <p:cNvSpPr txBox="1"/>
          <p:nvPr/>
        </p:nvSpPr>
        <p:spPr>
          <a:xfrm>
            <a:off x="3899307" y="1138545"/>
            <a:ext cx="424167" cy="400110"/>
          </a:xfrm>
          <a:prstGeom prst="rect">
            <a:avLst/>
          </a:prstGeom>
          <a:noFill/>
        </p:spPr>
        <p:txBody>
          <a:bodyPr wrap="square" rtlCol="0">
            <a:spAutoFit/>
          </a:bodyPr>
          <a:lstStyle/>
          <a:p>
            <a:r>
              <a:rPr lang="en-US" sz="2000" dirty="0"/>
              <a:t>A</a:t>
            </a:r>
            <a:r>
              <a:rPr lang="en-US" sz="2000" baseline="-25000" dirty="0"/>
              <a:t>2</a:t>
            </a:r>
          </a:p>
        </p:txBody>
      </p:sp>
      <p:cxnSp>
        <p:nvCxnSpPr>
          <p:cNvPr id="28" name="Straight Connector 27">
            <a:extLst>
              <a:ext uri="{FF2B5EF4-FFF2-40B4-BE49-F238E27FC236}">
                <a16:creationId xmlns:a16="http://schemas.microsoft.com/office/drawing/2014/main" id="{CA6D2EDC-FE15-05AA-0990-57B5AA7E92F5}"/>
              </a:ext>
            </a:extLst>
          </p:cNvPr>
          <p:cNvCxnSpPr>
            <a:cxnSpLocks/>
            <a:stCxn id="33" idx="1"/>
            <a:endCxn id="30" idx="1"/>
          </p:cNvCxnSpPr>
          <p:nvPr/>
        </p:nvCxnSpPr>
        <p:spPr>
          <a:xfrm flipV="1">
            <a:off x="5294901" y="2260119"/>
            <a:ext cx="450338" cy="566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D45E98F-D134-48F5-2CB5-EBE429C2B478}"/>
              </a:ext>
            </a:extLst>
          </p:cNvPr>
          <p:cNvCxnSpPr>
            <a:cxnSpLocks/>
            <a:stCxn id="31" idx="1"/>
            <a:endCxn id="30" idx="1"/>
          </p:cNvCxnSpPr>
          <p:nvPr/>
        </p:nvCxnSpPr>
        <p:spPr>
          <a:xfrm flipH="1" flipV="1">
            <a:off x="5745239" y="2260119"/>
            <a:ext cx="472401" cy="566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0" name="Arc 29">
            <a:extLst>
              <a:ext uri="{FF2B5EF4-FFF2-40B4-BE49-F238E27FC236}">
                <a16:creationId xmlns:a16="http://schemas.microsoft.com/office/drawing/2014/main" id="{C0D4C057-E632-503C-3BAC-E6011006F729}"/>
              </a:ext>
            </a:extLst>
          </p:cNvPr>
          <p:cNvSpPr/>
          <p:nvPr/>
        </p:nvSpPr>
        <p:spPr>
          <a:xfrm>
            <a:off x="5591209" y="2106089"/>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31" name="Arc 30">
            <a:extLst>
              <a:ext uri="{FF2B5EF4-FFF2-40B4-BE49-F238E27FC236}">
                <a16:creationId xmlns:a16="http://schemas.microsoft.com/office/drawing/2014/main" id="{2595584F-ACD7-BF5E-4423-0EFB067DFE01}"/>
              </a:ext>
            </a:extLst>
          </p:cNvPr>
          <p:cNvSpPr/>
          <p:nvPr/>
        </p:nvSpPr>
        <p:spPr>
          <a:xfrm>
            <a:off x="6063610" y="2672863"/>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32" name="Straight Connector 31">
            <a:extLst>
              <a:ext uri="{FF2B5EF4-FFF2-40B4-BE49-F238E27FC236}">
                <a16:creationId xmlns:a16="http://schemas.microsoft.com/office/drawing/2014/main" id="{19442B2D-8202-61E9-E915-001B2ABA70D8}"/>
              </a:ext>
            </a:extLst>
          </p:cNvPr>
          <p:cNvCxnSpPr>
            <a:cxnSpLocks/>
            <a:stCxn id="34" idx="1"/>
            <a:endCxn id="33" idx="1"/>
          </p:cNvCxnSpPr>
          <p:nvPr/>
        </p:nvCxnSpPr>
        <p:spPr>
          <a:xfrm flipH="1" flipV="1">
            <a:off x="5294901" y="2826893"/>
            <a:ext cx="386532" cy="56710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3" name="Arc 32">
            <a:extLst>
              <a:ext uri="{FF2B5EF4-FFF2-40B4-BE49-F238E27FC236}">
                <a16:creationId xmlns:a16="http://schemas.microsoft.com/office/drawing/2014/main" id="{71B08946-5345-503A-D2FE-7996D4F4F9F7}"/>
              </a:ext>
            </a:extLst>
          </p:cNvPr>
          <p:cNvSpPr/>
          <p:nvPr/>
        </p:nvSpPr>
        <p:spPr>
          <a:xfrm>
            <a:off x="5140871" y="2672863"/>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34" name="Arc 33">
            <a:extLst>
              <a:ext uri="{FF2B5EF4-FFF2-40B4-BE49-F238E27FC236}">
                <a16:creationId xmlns:a16="http://schemas.microsoft.com/office/drawing/2014/main" id="{43E877B4-EF2D-F8DC-67C0-E71A0ABFC184}"/>
              </a:ext>
            </a:extLst>
          </p:cNvPr>
          <p:cNvSpPr/>
          <p:nvPr/>
        </p:nvSpPr>
        <p:spPr>
          <a:xfrm>
            <a:off x="5527403" y="3239967"/>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35" name="TextBox 34">
            <a:extLst>
              <a:ext uri="{FF2B5EF4-FFF2-40B4-BE49-F238E27FC236}">
                <a16:creationId xmlns:a16="http://schemas.microsoft.com/office/drawing/2014/main" id="{5CC1127F-5025-BEF9-7034-3E437E49206A}"/>
              </a:ext>
            </a:extLst>
          </p:cNvPr>
          <p:cNvSpPr txBox="1"/>
          <p:nvPr/>
        </p:nvSpPr>
        <p:spPr>
          <a:xfrm>
            <a:off x="6136052" y="1131910"/>
            <a:ext cx="424167" cy="400110"/>
          </a:xfrm>
          <a:prstGeom prst="rect">
            <a:avLst/>
          </a:prstGeom>
          <a:noFill/>
        </p:spPr>
        <p:txBody>
          <a:bodyPr wrap="square" rtlCol="0">
            <a:spAutoFit/>
          </a:bodyPr>
          <a:lstStyle/>
          <a:p>
            <a:r>
              <a:rPr lang="en-US" sz="2000" dirty="0"/>
              <a:t>A</a:t>
            </a:r>
            <a:r>
              <a:rPr lang="en-US" sz="2000" baseline="-25000" dirty="0"/>
              <a:t>3</a:t>
            </a:r>
          </a:p>
        </p:txBody>
      </p:sp>
      <p:cxnSp>
        <p:nvCxnSpPr>
          <p:cNvPr id="36" name="Straight Connector 35">
            <a:extLst>
              <a:ext uri="{FF2B5EF4-FFF2-40B4-BE49-F238E27FC236}">
                <a16:creationId xmlns:a16="http://schemas.microsoft.com/office/drawing/2014/main" id="{D746AD32-7061-69FE-7A36-D0BEF5CAC6CB}"/>
              </a:ext>
            </a:extLst>
          </p:cNvPr>
          <p:cNvCxnSpPr>
            <a:cxnSpLocks/>
            <a:stCxn id="38" idx="1"/>
            <a:endCxn id="37" idx="1"/>
          </p:cNvCxnSpPr>
          <p:nvPr/>
        </p:nvCxnSpPr>
        <p:spPr>
          <a:xfrm flipH="1" flipV="1">
            <a:off x="6844071" y="2259789"/>
            <a:ext cx="461267" cy="5231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7" name="Arc 36">
            <a:extLst>
              <a:ext uri="{FF2B5EF4-FFF2-40B4-BE49-F238E27FC236}">
                <a16:creationId xmlns:a16="http://schemas.microsoft.com/office/drawing/2014/main" id="{DA7B96E5-A0C7-7DC4-6826-56A3468073E6}"/>
              </a:ext>
            </a:extLst>
          </p:cNvPr>
          <p:cNvSpPr/>
          <p:nvPr/>
        </p:nvSpPr>
        <p:spPr>
          <a:xfrm>
            <a:off x="6690041" y="2105759"/>
            <a:ext cx="308060" cy="308060"/>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38" name="Arc 37">
            <a:extLst>
              <a:ext uri="{FF2B5EF4-FFF2-40B4-BE49-F238E27FC236}">
                <a16:creationId xmlns:a16="http://schemas.microsoft.com/office/drawing/2014/main" id="{4AD0D62F-9A86-A1B4-B685-24150597FA01}"/>
              </a:ext>
            </a:extLst>
          </p:cNvPr>
          <p:cNvSpPr/>
          <p:nvPr/>
        </p:nvSpPr>
        <p:spPr>
          <a:xfrm>
            <a:off x="7151308" y="2628901"/>
            <a:ext cx="308060" cy="308060"/>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41" name="Arc 40">
            <a:extLst>
              <a:ext uri="{FF2B5EF4-FFF2-40B4-BE49-F238E27FC236}">
                <a16:creationId xmlns:a16="http://schemas.microsoft.com/office/drawing/2014/main" id="{941A840D-EC4A-AC5F-E75C-51499420C299}"/>
              </a:ext>
            </a:extLst>
          </p:cNvPr>
          <p:cNvSpPr/>
          <p:nvPr/>
        </p:nvSpPr>
        <p:spPr>
          <a:xfrm>
            <a:off x="6122337" y="1525385"/>
            <a:ext cx="308060" cy="308060"/>
          </a:xfrm>
          <a:prstGeom prst="arc">
            <a:avLst>
              <a:gd name="adj1" fmla="val 16200000"/>
              <a:gd name="adj2" fmla="val 16197843"/>
            </a:avLst>
          </a:prstGeom>
          <a:solidFill>
            <a:schemeClr val="accent2"/>
          </a:solidFill>
          <a:ln>
            <a:solidFill>
              <a:schemeClr val="accent2">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49" name="TextBox 48">
            <a:extLst>
              <a:ext uri="{FF2B5EF4-FFF2-40B4-BE49-F238E27FC236}">
                <a16:creationId xmlns:a16="http://schemas.microsoft.com/office/drawing/2014/main" id="{5E10263C-5662-E9C4-DDA2-4FE0452F41DE}"/>
              </a:ext>
            </a:extLst>
          </p:cNvPr>
          <p:cNvSpPr txBox="1"/>
          <p:nvPr/>
        </p:nvSpPr>
        <p:spPr>
          <a:xfrm>
            <a:off x="9651996" y="1131910"/>
            <a:ext cx="424167" cy="400110"/>
          </a:xfrm>
          <a:prstGeom prst="rect">
            <a:avLst/>
          </a:prstGeom>
          <a:noFill/>
        </p:spPr>
        <p:txBody>
          <a:bodyPr wrap="square" rtlCol="0">
            <a:spAutoFit/>
          </a:bodyPr>
          <a:lstStyle/>
          <a:p>
            <a:r>
              <a:rPr lang="en-US" sz="2000" dirty="0"/>
              <a:t>A</a:t>
            </a:r>
            <a:r>
              <a:rPr lang="en-US" sz="2000" baseline="-25000" dirty="0"/>
              <a:t>4</a:t>
            </a:r>
          </a:p>
        </p:txBody>
      </p:sp>
      <p:sp>
        <p:nvSpPr>
          <p:cNvPr id="52" name="Arc 51">
            <a:extLst>
              <a:ext uri="{FF2B5EF4-FFF2-40B4-BE49-F238E27FC236}">
                <a16:creationId xmlns:a16="http://schemas.microsoft.com/office/drawing/2014/main" id="{671B349B-5D2F-093B-B5DD-78451A072210}"/>
              </a:ext>
            </a:extLst>
          </p:cNvPr>
          <p:cNvSpPr/>
          <p:nvPr/>
        </p:nvSpPr>
        <p:spPr>
          <a:xfrm>
            <a:off x="9680199" y="1525385"/>
            <a:ext cx="308060" cy="308060"/>
          </a:xfrm>
          <a:prstGeom prst="arc">
            <a:avLst>
              <a:gd name="adj1" fmla="val 16200000"/>
              <a:gd name="adj2" fmla="val 16197843"/>
            </a:avLst>
          </a:prstGeom>
          <a:solidFill>
            <a:schemeClr val="accent2"/>
          </a:solidFill>
          <a:ln>
            <a:solidFill>
              <a:schemeClr val="accent2">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53" name="Straight Connector 52">
            <a:extLst>
              <a:ext uri="{FF2B5EF4-FFF2-40B4-BE49-F238E27FC236}">
                <a16:creationId xmlns:a16="http://schemas.microsoft.com/office/drawing/2014/main" id="{A2C0B18C-009C-832F-0ABB-301F596C116D}"/>
              </a:ext>
            </a:extLst>
          </p:cNvPr>
          <p:cNvCxnSpPr>
            <a:cxnSpLocks/>
            <a:stCxn id="57" idx="1"/>
            <a:endCxn id="65" idx="1"/>
          </p:cNvCxnSpPr>
          <p:nvPr/>
        </p:nvCxnSpPr>
        <p:spPr>
          <a:xfrm flipV="1">
            <a:off x="8360973" y="2282266"/>
            <a:ext cx="531128" cy="58070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DC6213E-BE67-AC4A-C144-CCA624299751}"/>
              </a:ext>
            </a:extLst>
          </p:cNvPr>
          <p:cNvCxnSpPr>
            <a:cxnSpLocks/>
            <a:stCxn id="63" idx="1"/>
            <a:endCxn id="65" idx="1"/>
          </p:cNvCxnSpPr>
          <p:nvPr/>
        </p:nvCxnSpPr>
        <p:spPr>
          <a:xfrm flipH="1" flipV="1">
            <a:off x="8892101" y="2282266"/>
            <a:ext cx="567704" cy="5803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3861335-9FC9-5435-98B3-6B63FAF1D49D}"/>
              </a:ext>
            </a:extLst>
          </p:cNvPr>
          <p:cNvCxnSpPr>
            <a:cxnSpLocks/>
            <a:stCxn id="60" idx="1"/>
            <a:endCxn id="57" idx="1"/>
          </p:cNvCxnSpPr>
          <p:nvPr/>
        </p:nvCxnSpPr>
        <p:spPr>
          <a:xfrm flipV="1">
            <a:off x="7910635" y="2862970"/>
            <a:ext cx="450338" cy="566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66B46B7-217C-2EB7-5F77-15A5C5BC6766}"/>
              </a:ext>
            </a:extLst>
          </p:cNvPr>
          <p:cNvCxnSpPr>
            <a:cxnSpLocks/>
            <a:stCxn id="58" idx="1"/>
            <a:endCxn id="57" idx="1"/>
          </p:cNvCxnSpPr>
          <p:nvPr/>
        </p:nvCxnSpPr>
        <p:spPr>
          <a:xfrm flipH="1" flipV="1">
            <a:off x="8360973" y="2862970"/>
            <a:ext cx="472401" cy="566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57" name="Arc 56">
            <a:extLst>
              <a:ext uri="{FF2B5EF4-FFF2-40B4-BE49-F238E27FC236}">
                <a16:creationId xmlns:a16="http://schemas.microsoft.com/office/drawing/2014/main" id="{4145A119-EC5B-70B4-2D01-B8800557682B}"/>
              </a:ext>
            </a:extLst>
          </p:cNvPr>
          <p:cNvSpPr/>
          <p:nvPr/>
        </p:nvSpPr>
        <p:spPr>
          <a:xfrm>
            <a:off x="8206943" y="2708940"/>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58" name="Arc 57">
            <a:extLst>
              <a:ext uri="{FF2B5EF4-FFF2-40B4-BE49-F238E27FC236}">
                <a16:creationId xmlns:a16="http://schemas.microsoft.com/office/drawing/2014/main" id="{5CEDEA9F-BA25-FE08-B38A-3FF607F5F56B}"/>
              </a:ext>
            </a:extLst>
          </p:cNvPr>
          <p:cNvSpPr/>
          <p:nvPr/>
        </p:nvSpPr>
        <p:spPr>
          <a:xfrm>
            <a:off x="8679344" y="3275714"/>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59" name="Straight Connector 58">
            <a:extLst>
              <a:ext uri="{FF2B5EF4-FFF2-40B4-BE49-F238E27FC236}">
                <a16:creationId xmlns:a16="http://schemas.microsoft.com/office/drawing/2014/main" id="{1ECD1019-5446-B42D-1852-4212AFAB7468}"/>
              </a:ext>
            </a:extLst>
          </p:cNvPr>
          <p:cNvCxnSpPr>
            <a:cxnSpLocks/>
            <a:stCxn id="61" idx="1"/>
            <a:endCxn id="60" idx="1"/>
          </p:cNvCxnSpPr>
          <p:nvPr/>
        </p:nvCxnSpPr>
        <p:spPr>
          <a:xfrm flipH="1" flipV="1">
            <a:off x="7910635" y="3429744"/>
            <a:ext cx="386532" cy="56710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0" name="Arc 59">
            <a:extLst>
              <a:ext uri="{FF2B5EF4-FFF2-40B4-BE49-F238E27FC236}">
                <a16:creationId xmlns:a16="http://schemas.microsoft.com/office/drawing/2014/main" id="{C2E5221A-BAA9-8804-0BF1-2081E847D8D3}"/>
              </a:ext>
            </a:extLst>
          </p:cNvPr>
          <p:cNvSpPr/>
          <p:nvPr/>
        </p:nvSpPr>
        <p:spPr>
          <a:xfrm>
            <a:off x="7756605" y="3275714"/>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61" name="Arc 60">
            <a:extLst>
              <a:ext uri="{FF2B5EF4-FFF2-40B4-BE49-F238E27FC236}">
                <a16:creationId xmlns:a16="http://schemas.microsoft.com/office/drawing/2014/main" id="{E4CE2EF9-7F3B-2A23-040E-9BCE3A6C7034}"/>
              </a:ext>
            </a:extLst>
          </p:cNvPr>
          <p:cNvSpPr/>
          <p:nvPr/>
        </p:nvSpPr>
        <p:spPr>
          <a:xfrm>
            <a:off x="8143137" y="3842818"/>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62" name="Straight Connector 61">
            <a:extLst>
              <a:ext uri="{FF2B5EF4-FFF2-40B4-BE49-F238E27FC236}">
                <a16:creationId xmlns:a16="http://schemas.microsoft.com/office/drawing/2014/main" id="{A76C4A5A-BA71-8CF6-F880-313D7FAC01E8}"/>
              </a:ext>
            </a:extLst>
          </p:cNvPr>
          <p:cNvCxnSpPr>
            <a:cxnSpLocks/>
            <a:stCxn id="64" idx="1"/>
            <a:endCxn id="63" idx="1"/>
          </p:cNvCxnSpPr>
          <p:nvPr/>
        </p:nvCxnSpPr>
        <p:spPr>
          <a:xfrm flipH="1" flipV="1">
            <a:off x="9459805" y="2862640"/>
            <a:ext cx="461267" cy="5231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3" name="Arc 62">
            <a:extLst>
              <a:ext uri="{FF2B5EF4-FFF2-40B4-BE49-F238E27FC236}">
                <a16:creationId xmlns:a16="http://schemas.microsoft.com/office/drawing/2014/main" id="{0EA32A03-2887-13D9-D8D3-9AB918856CE0}"/>
              </a:ext>
            </a:extLst>
          </p:cNvPr>
          <p:cNvSpPr/>
          <p:nvPr/>
        </p:nvSpPr>
        <p:spPr>
          <a:xfrm>
            <a:off x="9305775" y="2708610"/>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64" name="Arc 63">
            <a:extLst>
              <a:ext uri="{FF2B5EF4-FFF2-40B4-BE49-F238E27FC236}">
                <a16:creationId xmlns:a16="http://schemas.microsoft.com/office/drawing/2014/main" id="{C6FB6775-FDE5-A7B5-0716-06D1D9120148}"/>
              </a:ext>
            </a:extLst>
          </p:cNvPr>
          <p:cNvSpPr/>
          <p:nvPr/>
        </p:nvSpPr>
        <p:spPr>
          <a:xfrm>
            <a:off x="9767042" y="3231752"/>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65" name="Arc 64">
            <a:extLst>
              <a:ext uri="{FF2B5EF4-FFF2-40B4-BE49-F238E27FC236}">
                <a16:creationId xmlns:a16="http://schemas.microsoft.com/office/drawing/2014/main" id="{B32FF0F9-5BBC-B816-CE74-E4D93B4A6C16}"/>
              </a:ext>
            </a:extLst>
          </p:cNvPr>
          <p:cNvSpPr/>
          <p:nvPr/>
        </p:nvSpPr>
        <p:spPr>
          <a:xfrm>
            <a:off x="8738071" y="2128236"/>
            <a:ext cx="308060" cy="308060"/>
          </a:xfrm>
          <a:prstGeom prst="arc">
            <a:avLst>
              <a:gd name="adj1" fmla="val 16200000"/>
              <a:gd name="adj2" fmla="val 16197843"/>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66" name="Straight Connector 65">
            <a:extLst>
              <a:ext uri="{FF2B5EF4-FFF2-40B4-BE49-F238E27FC236}">
                <a16:creationId xmlns:a16="http://schemas.microsoft.com/office/drawing/2014/main" id="{C3A3171B-CD22-ED99-9B7D-03BE59A814B6}"/>
              </a:ext>
            </a:extLst>
          </p:cNvPr>
          <p:cNvCxnSpPr>
            <a:cxnSpLocks/>
            <a:stCxn id="71" idx="1"/>
            <a:endCxn id="68" idx="1"/>
          </p:cNvCxnSpPr>
          <p:nvPr/>
        </p:nvCxnSpPr>
        <p:spPr>
          <a:xfrm flipV="1">
            <a:off x="10627747" y="2260119"/>
            <a:ext cx="450338" cy="566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793536A-625C-19C0-D1A8-F872BA85C029}"/>
              </a:ext>
            </a:extLst>
          </p:cNvPr>
          <p:cNvCxnSpPr>
            <a:cxnSpLocks/>
            <a:stCxn id="69" idx="1"/>
            <a:endCxn id="68" idx="1"/>
          </p:cNvCxnSpPr>
          <p:nvPr/>
        </p:nvCxnSpPr>
        <p:spPr>
          <a:xfrm flipH="1" flipV="1">
            <a:off x="11078085" y="2260119"/>
            <a:ext cx="472401" cy="566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8" name="Arc 67">
            <a:extLst>
              <a:ext uri="{FF2B5EF4-FFF2-40B4-BE49-F238E27FC236}">
                <a16:creationId xmlns:a16="http://schemas.microsoft.com/office/drawing/2014/main" id="{D5E7D216-E5E9-3735-C7FF-CC5ACDF09D8F}"/>
              </a:ext>
            </a:extLst>
          </p:cNvPr>
          <p:cNvSpPr/>
          <p:nvPr/>
        </p:nvSpPr>
        <p:spPr>
          <a:xfrm>
            <a:off x="10924055" y="2106089"/>
            <a:ext cx="308060" cy="308060"/>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69" name="Arc 68">
            <a:extLst>
              <a:ext uri="{FF2B5EF4-FFF2-40B4-BE49-F238E27FC236}">
                <a16:creationId xmlns:a16="http://schemas.microsoft.com/office/drawing/2014/main" id="{89A215C1-B4CC-6CE2-B4E0-680DEA056FA0}"/>
              </a:ext>
            </a:extLst>
          </p:cNvPr>
          <p:cNvSpPr/>
          <p:nvPr/>
        </p:nvSpPr>
        <p:spPr>
          <a:xfrm>
            <a:off x="11396456" y="2672863"/>
            <a:ext cx="308060" cy="308060"/>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70" name="Straight Connector 69">
            <a:extLst>
              <a:ext uri="{FF2B5EF4-FFF2-40B4-BE49-F238E27FC236}">
                <a16:creationId xmlns:a16="http://schemas.microsoft.com/office/drawing/2014/main" id="{54F802A5-C895-1C4B-196A-81C9CF316DC5}"/>
              </a:ext>
            </a:extLst>
          </p:cNvPr>
          <p:cNvCxnSpPr>
            <a:cxnSpLocks/>
            <a:stCxn id="72" idx="1"/>
            <a:endCxn id="71" idx="1"/>
          </p:cNvCxnSpPr>
          <p:nvPr/>
        </p:nvCxnSpPr>
        <p:spPr>
          <a:xfrm flipH="1" flipV="1">
            <a:off x="10627747" y="2826893"/>
            <a:ext cx="386532" cy="56710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71" name="Arc 70">
            <a:extLst>
              <a:ext uri="{FF2B5EF4-FFF2-40B4-BE49-F238E27FC236}">
                <a16:creationId xmlns:a16="http://schemas.microsoft.com/office/drawing/2014/main" id="{28AD9B5D-9274-395C-5706-3F07AAEFC47C}"/>
              </a:ext>
            </a:extLst>
          </p:cNvPr>
          <p:cNvSpPr/>
          <p:nvPr/>
        </p:nvSpPr>
        <p:spPr>
          <a:xfrm>
            <a:off x="10473717" y="2672863"/>
            <a:ext cx="308060" cy="308060"/>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72" name="Arc 71">
            <a:extLst>
              <a:ext uri="{FF2B5EF4-FFF2-40B4-BE49-F238E27FC236}">
                <a16:creationId xmlns:a16="http://schemas.microsoft.com/office/drawing/2014/main" id="{47DEC320-BC79-40D4-F274-6A611C2F3DF6}"/>
              </a:ext>
            </a:extLst>
          </p:cNvPr>
          <p:cNvSpPr/>
          <p:nvPr/>
        </p:nvSpPr>
        <p:spPr>
          <a:xfrm>
            <a:off x="10860249" y="3239967"/>
            <a:ext cx="308060" cy="308060"/>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80" name="TextBox 79">
            <a:extLst>
              <a:ext uri="{FF2B5EF4-FFF2-40B4-BE49-F238E27FC236}">
                <a16:creationId xmlns:a16="http://schemas.microsoft.com/office/drawing/2014/main" id="{57910753-1F25-FB8B-4D2E-BEBA6B013430}"/>
              </a:ext>
            </a:extLst>
          </p:cNvPr>
          <p:cNvSpPr txBox="1"/>
          <p:nvPr/>
        </p:nvSpPr>
        <p:spPr>
          <a:xfrm>
            <a:off x="2331153" y="3713296"/>
            <a:ext cx="424167" cy="400110"/>
          </a:xfrm>
          <a:prstGeom prst="rect">
            <a:avLst/>
          </a:prstGeom>
          <a:noFill/>
        </p:spPr>
        <p:txBody>
          <a:bodyPr wrap="square" rtlCol="0">
            <a:spAutoFit/>
          </a:bodyPr>
          <a:lstStyle/>
          <a:p>
            <a:r>
              <a:rPr lang="en-US" sz="2000" dirty="0"/>
              <a:t>A</a:t>
            </a:r>
            <a:r>
              <a:rPr lang="en-US" sz="2000" baseline="-25000" dirty="0"/>
              <a:t>h</a:t>
            </a:r>
          </a:p>
        </p:txBody>
      </p:sp>
      <p:cxnSp>
        <p:nvCxnSpPr>
          <p:cNvPr id="81" name="Straight Connector 80">
            <a:extLst>
              <a:ext uri="{FF2B5EF4-FFF2-40B4-BE49-F238E27FC236}">
                <a16:creationId xmlns:a16="http://schemas.microsoft.com/office/drawing/2014/main" id="{49064FCF-D1EC-7192-AC89-B1FB9B8985A9}"/>
              </a:ext>
            </a:extLst>
          </p:cNvPr>
          <p:cNvCxnSpPr>
            <a:cxnSpLocks/>
            <a:stCxn id="83" idx="1"/>
            <a:endCxn id="85" idx="0"/>
          </p:cNvCxnSpPr>
          <p:nvPr/>
        </p:nvCxnSpPr>
        <p:spPr>
          <a:xfrm flipH="1">
            <a:off x="1693992" y="4282764"/>
            <a:ext cx="810009" cy="61612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812810-9B2F-317E-25E6-3B92021D6BE3}"/>
              </a:ext>
            </a:extLst>
          </p:cNvPr>
          <p:cNvCxnSpPr>
            <a:cxnSpLocks/>
            <a:stCxn id="83" idx="1"/>
            <a:endCxn id="90" idx="0"/>
          </p:cNvCxnSpPr>
          <p:nvPr/>
        </p:nvCxnSpPr>
        <p:spPr>
          <a:xfrm>
            <a:off x="2504001" y="4282764"/>
            <a:ext cx="735630" cy="616123"/>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83" name="Arc 82">
            <a:extLst>
              <a:ext uri="{FF2B5EF4-FFF2-40B4-BE49-F238E27FC236}">
                <a16:creationId xmlns:a16="http://schemas.microsoft.com/office/drawing/2014/main" id="{535C7324-19FA-D80B-CE03-4796EB9415F6}"/>
              </a:ext>
            </a:extLst>
          </p:cNvPr>
          <p:cNvSpPr/>
          <p:nvPr/>
        </p:nvSpPr>
        <p:spPr>
          <a:xfrm>
            <a:off x="2349971" y="4128734"/>
            <a:ext cx="308060" cy="308060"/>
          </a:xfrm>
          <a:prstGeom prst="arc">
            <a:avLst>
              <a:gd name="adj1" fmla="val 16200000"/>
              <a:gd name="adj2" fmla="val 16197843"/>
            </a:avLst>
          </a:prstGeom>
          <a:solidFill>
            <a:schemeClr val="accent2"/>
          </a:solidFill>
          <a:ln>
            <a:solidFill>
              <a:schemeClr val="accent2">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85" name="Isosceles Triangle 84">
            <a:extLst>
              <a:ext uri="{FF2B5EF4-FFF2-40B4-BE49-F238E27FC236}">
                <a16:creationId xmlns:a16="http://schemas.microsoft.com/office/drawing/2014/main" id="{E657DD45-45F4-D4DC-9498-DB887B109264}"/>
              </a:ext>
            </a:extLst>
          </p:cNvPr>
          <p:cNvSpPr/>
          <p:nvPr/>
        </p:nvSpPr>
        <p:spPr>
          <a:xfrm>
            <a:off x="1255493" y="4898886"/>
            <a:ext cx="876998" cy="1319627"/>
          </a:xfrm>
          <a:prstGeom prst="triangle">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A</a:t>
            </a:r>
            <a:r>
              <a:rPr lang="en-US" sz="2000" baseline="-25000" dirty="0">
                <a:solidFill>
                  <a:sysClr val="windowText" lastClr="000000"/>
                </a:solidFill>
              </a:rPr>
              <a:t>h-1</a:t>
            </a:r>
          </a:p>
        </p:txBody>
      </p:sp>
      <p:sp>
        <p:nvSpPr>
          <p:cNvPr id="90" name="Isosceles Triangle 89">
            <a:extLst>
              <a:ext uri="{FF2B5EF4-FFF2-40B4-BE49-F238E27FC236}">
                <a16:creationId xmlns:a16="http://schemas.microsoft.com/office/drawing/2014/main" id="{E2D5F03D-D123-FD79-7CD0-C9F080DF64BB}"/>
              </a:ext>
            </a:extLst>
          </p:cNvPr>
          <p:cNvSpPr/>
          <p:nvPr/>
        </p:nvSpPr>
        <p:spPr>
          <a:xfrm>
            <a:off x="2801132" y="4898887"/>
            <a:ext cx="876998" cy="952396"/>
          </a:xfrm>
          <a:prstGeom prst="triangle">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b="0" i="0" dirty="0">
                <a:solidFill>
                  <a:sysClr val="windowText" lastClr="000000"/>
                </a:solidFill>
                <a:latin typeface="+mj-lt"/>
              </a:rPr>
              <a:t>A</a:t>
            </a:r>
            <a:r>
              <a:rPr lang="en-US" sz="2000" b="0" i="0" baseline="-25000" dirty="0">
                <a:solidFill>
                  <a:sysClr val="windowText" lastClr="000000"/>
                </a:solidFill>
                <a:latin typeface="+mj-lt"/>
              </a:rPr>
              <a:t>h-2</a:t>
            </a:r>
            <a:endParaRPr lang="en-US" sz="2000" baseline="-25000" dirty="0">
              <a:solidFill>
                <a:sysClr val="windowText" lastClr="000000"/>
              </a:solidFill>
            </a:endParaRPr>
          </a:p>
        </p:txBody>
      </p:sp>
      <mc:AlternateContent xmlns:mc="http://schemas.openxmlformats.org/markup-compatibility/2006" xmlns:a14="http://schemas.microsoft.com/office/drawing/2010/main">
        <mc:Choice Requires="a14">
          <p:sp>
            <p:nvSpPr>
              <p:cNvPr id="98" name="Rectangle: Rounded Corners 97">
                <a:extLst>
                  <a:ext uri="{FF2B5EF4-FFF2-40B4-BE49-F238E27FC236}">
                    <a16:creationId xmlns:a16="http://schemas.microsoft.com/office/drawing/2014/main" id="{01DB2FDC-E4B0-7467-B893-18F6E6E75392}"/>
                  </a:ext>
                </a:extLst>
              </p:cNvPr>
              <p:cNvSpPr/>
              <p:nvPr/>
            </p:nvSpPr>
            <p:spPr>
              <a:xfrm>
                <a:off x="4391040" y="4945079"/>
                <a:ext cx="5092060" cy="1562021"/>
              </a:xfrm>
              <a:prstGeom prst="roundRect">
                <a:avLst>
                  <a:gd name="adj" fmla="val 7143"/>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sSub>
                            <m:sSubPr>
                              <m:ctrlPr>
                                <a:rPr lang="en-US" sz="2400" i="1" smtClean="0">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sub>
                          </m:sSub>
                        </m:e>
                      </m:d>
                      <m:r>
                        <a:rPr lang="en-US" sz="2400" b="0" i="1" smtClean="0">
                          <a:solidFill>
                            <a:schemeClr val="tx1"/>
                          </a:solidFill>
                          <a:latin typeface="Cambria Math" panose="02040503050406030204" pitchFamily="18" charset="0"/>
                        </a:rPr>
                        <m:t>=</m:t>
                      </m:r>
                      <m:d>
                        <m:dPr>
                          <m:begChr m:val="{"/>
                          <m:endChr m:val=""/>
                          <m:ctrlPr>
                            <a:rPr lang="en-US" sz="2400" b="0" i="1" smtClean="0">
                              <a:solidFill>
                                <a:schemeClr val="tx1"/>
                              </a:solidFill>
                              <a:latin typeface="Cambria Math" panose="02040503050406030204" pitchFamily="18" charset="0"/>
                            </a:rPr>
                          </m:ctrlPr>
                        </m:dPr>
                        <m:e>
                          <m:m>
                            <m:mPr>
                              <m:mcs>
                                <m:mc>
                                  <m:mcPr>
                                    <m:count m:val="2"/>
                                    <m:mcJc m:val="center"/>
                                  </m:mcPr>
                                </m:mc>
                              </m:mcs>
                              <m:ctrlPr>
                                <a:rPr lang="en-US" sz="2400" b="0" i="1" smtClean="0">
                                  <a:solidFill>
                                    <a:schemeClr val="tx1"/>
                                  </a:solidFill>
                                  <a:latin typeface="Cambria Math" panose="02040503050406030204" pitchFamily="18" charset="0"/>
                                </a:rPr>
                              </m:ctrlPr>
                            </m:mPr>
                            <m:mr>
                              <m:e>
                                <m:r>
                                  <m:rPr>
                                    <m:brk m:alnAt="7"/>
                                  </m:rP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=0</m:t>
                                </m:r>
                              </m:e>
                            </m:mr>
                            <m:mr>
                              <m:e>
                                <m:r>
                                  <a:rPr lang="en-US" sz="2400" b="0" i="1" smtClean="0">
                                    <a:solidFill>
                                      <a:schemeClr val="tx1"/>
                                    </a:solidFill>
                                    <a:latin typeface="Cambria Math" panose="02040503050406030204" pitchFamily="18" charset="0"/>
                                  </a:rPr>
                                  <m:t>2</m:t>
                                </m:r>
                              </m:e>
                              <m:e>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=1</m:t>
                                </m:r>
                              </m:e>
                            </m:mr>
                            <m:mr>
                              <m:e>
                                <m:r>
                                  <a:rPr lang="en-US" sz="2400" i="1">
                                    <a:solidFill>
                                      <a:schemeClr val="tx1"/>
                                    </a:solidFill>
                                    <a:latin typeface="Cambria Math" panose="02040503050406030204" pitchFamily="18" charset="0"/>
                                  </a:rPr>
                                  <m:t>1+</m:t>
                                </m:r>
                                <m:d>
                                  <m:dPr>
                                    <m:begChr m:val="|"/>
                                    <m:endChr m:val="|"/>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𝐴</m:t>
                                        </m:r>
                                      </m:e>
                                      <m:sub>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−1</m:t>
                                        </m:r>
                                      </m:sub>
                                    </m:sSub>
                                  </m:e>
                                </m:d>
                                <m:r>
                                  <a:rPr lang="en-US" sz="2400" i="1">
                                    <a:solidFill>
                                      <a:schemeClr val="tx1"/>
                                    </a:solidFill>
                                    <a:latin typeface="Cambria Math" panose="02040503050406030204" pitchFamily="18" charset="0"/>
                                  </a:rPr>
                                  <m:t>+</m:t>
                                </m:r>
                                <m:d>
                                  <m:dPr>
                                    <m:begChr m:val="|"/>
                                    <m:endChr m:val="|"/>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𝐴</m:t>
                                        </m:r>
                                      </m:e>
                                      <m:sub>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−2</m:t>
                                        </m:r>
                                      </m:sub>
                                    </m:sSub>
                                  </m:e>
                                </m:d>
                              </m:e>
                              <m:e>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≥2</m:t>
                                </m:r>
                              </m:e>
                            </m:mr>
                          </m:m>
                        </m:e>
                      </m:d>
                    </m:oMath>
                  </m:oMathPara>
                </a14:m>
                <a:endParaRPr lang="en-US" sz="2400" i="1" dirty="0">
                  <a:solidFill>
                    <a:schemeClr val="tx1"/>
                  </a:solidFill>
                  <a:latin typeface="Cambria Math" panose="02040503050406030204" pitchFamily="18" charset="0"/>
                </a:endParaRPr>
              </a:p>
            </p:txBody>
          </p:sp>
        </mc:Choice>
        <mc:Fallback xmlns="">
          <p:sp>
            <p:nvSpPr>
              <p:cNvPr id="98" name="Rectangle: Rounded Corners 97">
                <a:extLst>
                  <a:ext uri="{FF2B5EF4-FFF2-40B4-BE49-F238E27FC236}">
                    <a16:creationId xmlns:a16="http://schemas.microsoft.com/office/drawing/2014/main" id="{01DB2FDC-E4B0-7467-B893-18F6E6E75392}"/>
                  </a:ext>
                </a:extLst>
              </p:cNvPr>
              <p:cNvSpPr>
                <a:spLocks noRot="1" noChangeAspect="1" noMove="1" noResize="1" noEditPoints="1" noAdjustHandles="1" noChangeArrowheads="1" noChangeShapeType="1" noTextEdit="1"/>
              </p:cNvSpPr>
              <p:nvPr/>
            </p:nvSpPr>
            <p:spPr>
              <a:xfrm>
                <a:off x="4391040" y="4945079"/>
                <a:ext cx="5092060" cy="1562021"/>
              </a:xfrm>
              <a:prstGeom prst="roundRect">
                <a:avLst>
                  <a:gd name="adj" fmla="val 7143"/>
                </a:avLst>
              </a:prstGeom>
              <a:blipFill>
                <a:blip r:embed="rId2"/>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313549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EC752-73FA-3E7E-2B13-93F2A8F8C981}"/>
              </a:ext>
            </a:extLst>
          </p:cNvPr>
          <p:cNvSpPr>
            <a:spLocks noGrp="1"/>
          </p:cNvSpPr>
          <p:nvPr>
            <p:ph type="title"/>
          </p:nvPr>
        </p:nvSpPr>
        <p:spPr/>
        <p:txBody>
          <a:bodyPr/>
          <a:lstStyle/>
          <a:p>
            <a:r>
              <a:rPr lang="en-US" dirty="0"/>
              <a:t>Solving for |A</a:t>
            </a:r>
            <a:r>
              <a:rPr lang="en-US" baseline="-25000" dirty="0"/>
              <a:t>h</a:t>
            </a:r>
            <a:r>
              <a:rPr lang="en-US" dirty="0"/>
              <a:t>|</a:t>
            </a:r>
          </a:p>
        </p:txBody>
      </p:sp>
      <mc:AlternateContent xmlns:mc="http://schemas.openxmlformats.org/markup-compatibility/2006" xmlns:a14="http://schemas.microsoft.com/office/drawing/2010/main">
        <mc:Choice Requires="a14">
          <p:sp>
            <p:nvSpPr>
              <p:cNvPr id="46" name="Rectangle: Rounded Corners 45">
                <a:extLst>
                  <a:ext uri="{FF2B5EF4-FFF2-40B4-BE49-F238E27FC236}">
                    <a16:creationId xmlns:a16="http://schemas.microsoft.com/office/drawing/2014/main" id="{7DAB1797-C381-CF15-B1E7-24467266B786}"/>
                  </a:ext>
                </a:extLst>
              </p:cNvPr>
              <p:cNvSpPr/>
              <p:nvPr/>
            </p:nvSpPr>
            <p:spPr>
              <a:xfrm>
                <a:off x="971550" y="3323492"/>
                <a:ext cx="6686549" cy="1828800"/>
              </a:xfrm>
              <a:prstGeom prst="roundRect">
                <a:avLst>
                  <a:gd name="adj" fmla="val 7143"/>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𝐴</m:t>
                              </m:r>
                            </m:e>
                            <m:sub>
                              <m:r>
                                <a:rPr lang="en-US" sz="2400" b="0" i="1" smtClean="0">
                                  <a:latin typeface="Cambria Math" panose="02040503050406030204" pitchFamily="18" charset="0"/>
                                </a:rPr>
                                <m:t>h</m:t>
                              </m:r>
                            </m:sub>
                          </m:sSub>
                        </m:e>
                      </m:d>
                      <m:r>
                        <m:rPr>
                          <m:aln/>
                        </m:rPr>
                        <a:rPr lang="en-US" sz="2400" i="1" smtClean="0">
                          <a:latin typeface="Cambria Math" panose="02040503050406030204" pitchFamily="18" charset="0"/>
                        </a:rPr>
                        <m:t>=</m:t>
                      </m:r>
                      <m:r>
                        <a:rPr lang="en-US" sz="2400" i="1" smtClean="0">
                          <a:latin typeface="Cambria Math" panose="02040503050406030204" pitchFamily="18" charset="0"/>
                        </a:rPr>
                        <m:t>1+</m:t>
                      </m:r>
                      <m:d>
                        <m:dPr>
                          <m:begChr m:val="|"/>
                          <m:endChr m:val="|"/>
                          <m:ctrlPr>
                            <a:rPr lang="en-US" sz="2400" i="1" smtClean="0">
                              <a:solidFill>
                                <a:schemeClr val="accent4"/>
                              </a:solidFill>
                              <a:latin typeface="Cambria Math" panose="02040503050406030204" pitchFamily="18" charset="0"/>
                            </a:rPr>
                          </m:ctrlPr>
                        </m:dPr>
                        <m:e>
                          <m:sSub>
                            <m:sSubPr>
                              <m:ctrlPr>
                                <a:rPr lang="en-US" sz="2400" i="1" smtClean="0">
                                  <a:solidFill>
                                    <a:schemeClr val="accent4"/>
                                  </a:solidFill>
                                  <a:latin typeface="Cambria Math" panose="02040503050406030204" pitchFamily="18" charset="0"/>
                                </a:rPr>
                              </m:ctrlPr>
                            </m:sSubPr>
                            <m:e>
                              <m:r>
                                <a:rPr lang="en-US" sz="2400" i="1" smtClean="0">
                                  <a:solidFill>
                                    <a:schemeClr val="accent4"/>
                                  </a:solidFill>
                                  <a:latin typeface="Cambria Math" panose="02040503050406030204" pitchFamily="18" charset="0"/>
                                </a:rPr>
                                <m:t>𝐴</m:t>
                              </m:r>
                            </m:e>
                            <m:sub>
                              <m:r>
                                <a:rPr lang="en-US" sz="2400" b="0" i="1" smtClean="0">
                                  <a:solidFill>
                                    <a:schemeClr val="accent4"/>
                                  </a:solidFill>
                                  <a:latin typeface="Cambria Math" panose="02040503050406030204" pitchFamily="18" charset="0"/>
                                </a:rPr>
                                <m:t>h</m:t>
                              </m:r>
                              <m:r>
                                <a:rPr lang="en-US" sz="2400" i="1" smtClean="0">
                                  <a:solidFill>
                                    <a:schemeClr val="accent4"/>
                                  </a:solidFill>
                                  <a:latin typeface="Cambria Math" panose="02040503050406030204" pitchFamily="18" charset="0"/>
                                </a:rPr>
                                <m:t>−1</m:t>
                              </m:r>
                            </m:sub>
                          </m:sSub>
                        </m:e>
                      </m:d>
                      <m:r>
                        <a:rPr lang="en-US" sz="2400" i="1" smtClean="0">
                          <a:latin typeface="Cambria Math" panose="02040503050406030204" pitchFamily="18" charset="0"/>
                        </a:rPr>
                        <m:t>+</m:t>
                      </m:r>
                      <m:d>
                        <m:dPr>
                          <m:begChr m:val="|"/>
                          <m:endChr m:val="|"/>
                          <m:ctrlPr>
                            <a:rPr lang="en-US" sz="2400" i="1" smtClean="0">
                              <a:solidFill>
                                <a:schemeClr val="accent5"/>
                              </a:solidFill>
                              <a:latin typeface="Cambria Math" panose="02040503050406030204" pitchFamily="18" charset="0"/>
                            </a:rPr>
                          </m:ctrlPr>
                        </m:dPr>
                        <m:e>
                          <m:sSub>
                            <m:sSubPr>
                              <m:ctrlPr>
                                <a:rPr lang="en-US" sz="2400" i="1" smtClean="0">
                                  <a:solidFill>
                                    <a:schemeClr val="accent5"/>
                                  </a:solidFill>
                                  <a:latin typeface="Cambria Math" panose="02040503050406030204" pitchFamily="18" charset="0"/>
                                </a:rPr>
                              </m:ctrlPr>
                            </m:sSubPr>
                            <m:e>
                              <m:r>
                                <a:rPr lang="en-US" sz="2400" i="1" smtClean="0">
                                  <a:solidFill>
                                    <a:schemeClr val="accent5"/>
                                  </a:solidFill>
                                  <a:latin typeface="Cambria Math" panose="02040503050406030204" pitchFamily="18" charset="0"/>
                                </a:rPr>
                                <m:t>𝐴</m:t>
                              </m:r>
                            </m:e>
                            <m:sub>
                              <m:r>
                                <a:rPr lang="en-US" sz="2400" b="0" i="1" smtClean="0">
                                  <a:solidFill>
                                    <a:schemeClr val="accent5"/>
                                  </a:solidFill>
                                  <a:latin typeface="Cambria Math" panose="02040503050406030204" pitchFamily="18" charset="0"/>
                                </a:rPr>
                                <m:t>h</m:t>
                              </m:r>
                              <m:r>
                                <a:rPr lang="en-US" sz="2400" i="1" smtClean="0">
                                  <a:solidFill>
                                    <a:schemeClr val="accent5"/>
                                  </a:solidFill>
                                  <a:latin typeface="Cambria Math" panose="02040503050406030204" pitchFamily="18" charset="0"/>
                                </a:rPr>
                                <m:t>−2</m:t>
                              </m:r>
                            </m:sub>
                          </m:sSub>
                        </m:e>
                      </m:d>
                    </m:oMath>
                    <m:oMath xmlns:m="http://schemas.openxmlformats.org/officeDocument/2006/math">
                      <m:r>
                        <m:rPr>
                          <m:aln/>
                        </m:rPr>
                        <a:rPr lang="en-US" sz="2400" i="1" smtClean="0">
                          <a:latin typeface="Cambria Math" panose="02040503050406030204" pitchFamily="18" charset="0"/>
                        </a:rPr>
                        <m:t>=</m:t>
                      </m:r>
                      <m:r>
                        <a:rPr lang="en-US" sz="2400" i="1" smtClean="0">
                          <a:latin typeface="Cambria Math" panose="02040503050406030204" pitchFamily="18" charset="0"/>
                        </a:rPr>
                        <m:t>1+</m:t>
                      </m:r>
                      <m:d>
                        <m:dPr>
                          <m:ctrlPr>
                            <a:rPr lang="en-US" sz="2400" i="1" smtClean="0">
                              <a:solidFill>
                                <a:schemeClr val="accent4"/>
                              </a:solidFill>
                              <a:latin typeface="Cambria Math" panose="02040503050406030204" pitchFamily="18" charset="0"/>
                            </a:rPr>
                          </m:ctrlPr>
                        </m:dPr>
                        <m:e>
                          <m:r>
                            <a:rPr lang="en-US" sz="2400" i="1" smtClean="0">
                              <a:solidFill>
                                <a:schemeClr val="accent4"/>
                              </a:solidFill>
                              <a:latin typeface="Cambria Math" panose="02040503050406030204" pitchFamily="18" charset="0"/>
                            </a:rPr>
                            <m:t>1+</m:t>
                          </m:r>
                          <m:d>
                            <m:dPr>
                              <m:begChr m:val="|"/>
                              <m:endChr m:val="|"/>
                              <m:ctrlPr>
                                <a:rPr lang="en-US" sz="2400" i="1">
                                  <a:solidFill>
                                    <a:schemeClr val="accent4"/>
                                  </a:solidFill>
                                  <a:latin typeface="Cambria Math" panose="02040503050406030204" pitchFamily="18" charset="0"/>
                                </a:rPr>
                              </m:ctrlPr>
                            </m:dPr>
                            <m:e>
                              <m:sSub>
                                <m:sSubPr>
                                  <m:ctrlPr>
                                    <a:rPr lang="en-US" sz="2400" i="1">
                                      <a:solidFill>
                                        <a:schemeClr val="accent4"/>
                                      </a:solidFill>
                                      <a:latin typeface="Cambria Math" panose="02040503050406030204" pitchFamily="18" charset="0"/>
                                    </a:rPr>
                                  </m:ctrlPr>
                                </m:sSubPr>
                                <m:e>
                                  <m:r>
                                    <a:rPr lang="en-US" sz="2400" i="1" smtClean="0">
                                      <a:solidFill>
                                        <a:schemeClr val="accent4"/>
                                      </a:solidFill>
                                      <a:latin typeface="Cambria Math" panose="02040503050406030204" pitchFamily="18" charset="0"/>
                                    </a:rPr>
                                    <m:t>𝐴</m:t>
                                  </m:r>
                                </m:e>
                                <m:sub>
                                  <m:r>
                                    <a:rPr lang="en-US" sz="2400" b="0" i="1" smtClean="0">
                                      <a:solidFill>
                                        <a:schemeClr val="accent4"/>
                                      </a:solidFill>
                                      <a:latin typeface="Cambria Math" panose="02040503050406030204" pitchFamily="18" charset="0"/>
                                    </a:rPr>
                                    <m:t>h</m:t>
                                  </m:r>
                                  <m:r>
                                    <a:rPr lang="en-US" sz="2400" i="1" smtClean="0">
                                      <a:solidFill>
                                        <a:schemeClr val="accent4"/>
                                      </a:solidFill>
                                      <a:latin typeface="Cambria Math" panose="02040503050406030204" pitchFamily="18" charset="0"/>
                                    </a:rPr>
                                    <m:t>−2</m:t>
                                  </m:r>
                                </m:sub>
                              </m:sSub>
                            </m:e>
                          </m:d>
                          <m:r>
                            <a:rPr lang="en-US" sz="2400" i="1" smtClean="0">
                              <a:solidFill>
                                <a:schemeClr val="accent4"/>
                              </a:solidFill>
                              <a:latin typeface="Cambria Math" panose="02040503050406030204" pitchFamily="18" charset="0"/>
                            </a:rPr>
                            <m:t>+|</m:t>
                          </m:r>
                          <m:sSub>
                            <m:sSubPr>
                              <m:ctrlPr>
                                <a:rPr lang="en-US" sz="2400" i="1" smtClean="0">
                                  <a:solidFill>
                                    <a:schemeClr val="accent4"/>
                                  </a:solidFill>
                                  <a:latin typeface="Cambria Math" panose="02040503050406030204" pitchFamily="18" charset="0"/>
                                </a:rPr>
                              </m:ctrlPr>
                            </m:sSubPr>
                            <m:e>
                              <m:r>
                                <a:rPr lang="en-US" sz="2400" i="1" smtClean="0">
                                  <a:solidFill>
                                    <a:schemeClr val="accent4"/>
                                  </a:solidFill>
                                  <a:latin typeface="Cambria Math" panose="02040503050406030204" pitchFamily="18" charset="0"/>
                                </a:rPr>
                                <m:t>𝐴</m:t>
                              </m:r>
                            </m:e>
                            <m:sub>
                              <m:r>
                                <a:rPr lang="en-US" sz="2400" b="0" i="1" smtClean="0">
                                  <a:solidFill>
                                    <a:schemeClr val="accent4"/>
                                  </a:solidFill>
                                  <a:latin typeface="Cambria Math" panose="02040503050406030204" pitchFamily="18" charset="0"/>
                                </a:rPr>
                                <m:t>h</m:t>
                              </m:r>
                              <m:r>
                                <a:rPr lang="en-US" sz="2400" i="1" smtClean="0">
                                  <a:solidFill>
                                    <a:schemeClr val="accent4"/>
                                  </a:solidFill>
                                  <a:latin typeface="Cambria Math" panose="02040503050406030204" pitchFamily="18" charset="0"/>
                                </a:rPr>
                                <m:t>−3</m:t>
                              </m:r>
                            </m:sub>
                          </m:sSub>
                          <m:r>
                            <a:rPr lang="en-US" sz="2400" i="1" smtClean="0">
                              <a:solidFill>
                                <a:schemeClr val="accent4"/>
                              </a:solidFill>
                              <a:latin typeface="Cambria Math" panose="02040503050406030204" pitchFamily="18" charset="0"/>
                            </a:rPr>
                            <m:t>|</m:t>
                          </m:r>
                        </m:e>
                      </m:d>
                      <m:r>
                        <a:rPr lang="en-US" sz="2400" i="1" smtClean="0">
                          <a:latin typeface="Cambria Math" panose="02040503050406030204" pitchFamily="18" charset="0"/>
                        </a:rPr>
                        <m:t>+</m:t>
                      </m:r>
                      <m:d>
                        <m:dPr>
                          <m:begChr m:val="|"/>
                          <m:endChr m:val="|"/>
                          <m:ctrlPr>
                            <a:rPr lang="en-US" sz="2400" i="1" smtClean="0">
                              <a:solidFill>
                                <a:schemeClr val="accent5"/>
                              </a:solidFill>
                              <a:latin typeface="Cambria Math" panose="02040503050406030204" pitchFamily="18" charset="0"/>
                            </a:rPr>
                          </m:ctrlPr>
                        </m:dPr>
                        <m:e>
                          <m:sSub>
                            <m:sSubPr>
                              <m:ctrlPr>
                                <a:rPr lang="en-US" sz="2400" i="1" smtClean="0">
                                  <a:solidFill>
                                    <a:schemeClr val="accent5"/>
                                  </a:solidFill>
                                  <a:latin typeface="Cambria Math" panose="02040503050406030204" pitchFamily="18" charset="0"/>
                                </a:rPr>
                              </m:ctrlPr>
                            </m:sSubPr>
                            <m:e>
                              <m:r>
                                <a:rPr lang="en-US" sz="2400" i="1" smtClean="0">
                                  <a:solidFill>
                                    <a:schemeClr val="accent5"/>
                                  </a:solidFill>
                                  <a:latin typeface="Cambria Math" panose="02040503050406030204" pitchFamily="18" charset="0"/>
                                </a:rPr>
                                <m:t>𝐴</m:t>
                              </m:r>
                            </m:e>
                            <m:sub>
                              <m:r>
                                <a:rPr lang="en-US" sz="2400" b="0" i="1" smtClean="0">
                                  <a:solidFill>
                                    <a:schemeClr val="accent5"/>
                                  </a:solidFill>
                                  <a:latin typeface="Cambria Math" panose="02040503050406030204" pitchFamily="18" charset="0"/>
                                </a:rPr>
                                <m:t>h</m:t>
                              </m:r>
                              <m:r>
                                <a:rPr lang="en-US" sz="2400" i="1" smtClean="0">
                                  <a:solidFill>
                                    <a:schemeClr val="accent5"/>
                                  </a:solidFill>
                                  <a:latin typeface="Cambria Math" panose="02040503050406030204" pitchFamily="18" charset="0"/>
                                </a:rPr>
                                <m:t>−2</m:t>
                              </m:r>
                            </m:sub>
                          </m:sSub>
                        </m:e>
                      </m:d>
                    </m:oMath>
                    <m:oMath xmlns:m="http://schemas.openxmlformats.org/officeDocument/2006/math">
                      <m:r>
                        <m:rPr>
                          <m:aln/>
                        </m:rPr>
                        <a:rPr lang="en-US" sz="2400" i="1" smtClean="0">
                          <a:latin typeface="Cambria Math" panose="02040503050406030204" pitchFamily="18" charset="0"/>
                        </a:rPr>
                        <m:t>=</m:t>
                      </m:r>
                      <m:r>
                        <a:rPr lang="en-US" sz="2400" i="1" smtClean="0">
                          <a:latin typeface="Cambria Math" panose="02040503050406030204" pitchFamily="18" charset="0"/>
                        </a:rPr>
                        <m:t>2+</m:t>
                      </m:r>
                      <m:r>
                        <a:rPr lang="en-US" sz="2400" i="1" smtClean="0">
                          <a:solidFill>
                            <a:schemeClr val="accent2"/>
                          </a:solidFill>
                          <a:latin typeface="Cambria Math" panose="02040503050406030204" pitchFamily="18" charset="0"/>
                        </a:rPr>
                        <m:t>2</m:t>
                      </m:r>
                      <m:d>
                        <m:dPr>
                          <m:begChr m:val="|"/>
                          <m:endChr m:val="|"/>
                          <m:ctrlPr>
                            <a:rPr lang="en-US" sz="2400" i="1" smtClean="0">
                              <a:solidFill>
                                <a:schemeClr val="accent5"/>
                              </a:solidFill>
                              <a:latin typeface="Cambria Math" panose="02040503050406030204" pitchFamily="18" charset="0"/>
                            </a:rPr>
                          </m:ctrlPr>
                        </m:dPr>
                        <m:e>
                          <m:sSub>
                            <m:sSubPr>
                              <m:ctrlPr>
                                <a:rPr lang="en-US" sz="2400" i="1">
                                  <a:solidFill>
                                    <a:schemeClr val="accent5"/>
                                  </a:solidFill>
                                  <a:latin typeface="Cambria Math" panose="02040503050406030204" pitchFamily="18" charset="0"/>
                                </a:rPr>
                              </m:ctrlPr>
                            </m:sSubPr>
                            <m:e>
                              <m:r>
                                <a:rPr lang="en-US" sz="2400" i="1" smtClean="0">
                                  <a:solidFill>
                                    <a:schemeClr val="accent5"/>
                                  </a:solidFill>
                                  <a:latin typeface="Cambria Math" panose="02040503050406030204" pitchFamily="18" charset="0"/>
                                </a:rPr>
                                <m:t>𝐴</m:t>
                              </m:r>
                            </m:e>
                            <m:sub>
                              <m:r>
                                <a:rPr lang="en-US" sz="2400" b="0" i="1" smtClean="0">
                                  <a:solidFill>
                                    <a:schemeClr val="accent5"/>
                                  </a:solidFill>
                                  <a:latin typeface="Cambria Math" panose="02040503050406030204" pitchFamily="18" charset="0"/>
                                </a:rPr>
                                <m:t>h</m:t>
                              </m:r>
                              <m:r>
                                <a:rPr lang="en-US" sz="2400" i="1" smtClean="0">
                                  <a:solidFill>
                                    <a:schemeClr val="accent5"/>
                                  </a:solidFill>
                                  <a:latin typeface="Cambria Math" panose="02040503050406030204" pitchFamily="18" charset="0"/>
                                </a:rPr>
                                <m:t>−2</m:t>
                              </m:r>
                            </m:sub>
                          </m:sSub>
                        </m:e>
                      </m:d>
                      <m:r>
                        <a:rPr lang="en-US" sz="2400" i="1" smtClean="0">
                          <a:latin typeface="Cambria Math" panose="02040503050406030204" pitchFamily="18" charset="0"/>
                        </a:rPr>
                        <m:t>+</m:t>
                      </m:r>
                      <m:d>
                        <m:dPr>
                          <m:begChr m:val="|"/>
                          <m:endChr m:val="|"/>
                          <m:ctrlPr>
                            <a:rPr lang="en-US" sz="2400" i="1" smtClean="0">
                              <a:solidFill>
                                <a:schemeClr val="accent6"/>
                              </a:solidFill>
                              <a:latin typeface="Cambria Math" panose="02040503050406030204" pitchFamily="18" charset="0"/>
                            </a:rPr>
                          </m:ctrlPr>
                        </m:dPr>
                        <m:e>
                          <m:sSub>
                            <m:sSubPr>
                              <m:ctrlPr>
                                <a:rPr lang="en-US" sz="2400" i="1">
                                  <a:solidFill>
                                    <a:schemeClr val="accent6"/>
                                  </a:solidFill>
                                  <a:latin typeface="Cambria Math" panose="02040503050406030204" pitchFamily="18" charset="0"/>
                                </a:rPr>
                              </m:ctrlPr>
                            </m:sSubPr>
                            <m:e>
                              <m:r>
                                <a:rPr lang="en-US" sz="2400" i="1" smtClean="0">
                                  <a:solidFill>
                                    <a:schemeClr val="accent6"/>
                                  </a:solidFill>
                                  <a:latin typeface="Cambria Math" panose="02040503050406030204" pitchFamily="18" charset="0"/>
                                </a:rPr>
                                <m:t>𝐴</m:t>
                              </m:r>
                            </m:e>
                            <m:sub>
                              <m:r>
                                <a:rPr lang="en-US" sz="2400" b="0" i="1" smtClean="0">
                                  <a:solidFill>
                                    <a:schemeClr val="accent6"/>
                                  </a:solidFill>
                                  <a:latin typeface="Cambria Math" panose="02040503050406030204" pitchFamily="18" charset="0"/>
                                </a:rPr>
                                <m:t>h</m:t>
                              </m:r>
                              <m:r>
                                <a:rPr lang="en-US" sz="2400" i="1" smtClean="0">
                                  <a:solidFill>
                                    <a:schemeClr val="accent6"/>
                                  </a:solidFill>
                                  <a:latin typeface="Cambria Math" panose="02040503050406030204" pitchFamily="18" charset="0"/>
                                </a:rPr>
                                <m:t>−3</m:t>
                              </m:r>
                            </m:sub>
                          </m:sSub>
                        </m:e>
                      </m:d>
                    </m:oMath>
                    <m:oMath xmlns:m="http://schemas.openxmlformats.org/officeDocument/2006/math">
                      <m:r>
                        <m:rPr>
                          <m:aln/>
                        </m:rPr>
                        <a:rPr lang="en-US" sz="2400" i="1" smtClean="0">
                          <a:latin typeface="Cambria Math" panose="02040503050406030204" pitchFamily="18" charset="0"/>
                        </a:rPr>
                        <m:t>&gt;</m:t>
                      </m:r>
                      <m:r>
                        <a:rPr lang="en-US" sz="2400" i="1" smtClean="0">
                          <a:latin typeface="Cambria Math" panose="02040503050406030204" pitchFamily="18" charset="0"/>
                        </a:rPr>
                        <m:t>2</m:t>
                      </m:r>
                      <m:r>
                        <a:rPr lang="en-US" sz="2400" i="1" smtClean="0">
                          <a:solidFill>
                            <a:schemeClr val="accent5"/>
                          </a:solidFill>
                          <a:latin typeface="Cambria Math" panose="02040503050406030204" pitchFamily="18" charset="0"/>
                        </a:rPr>
                        <m:t>|</m:t>
                      </m:r>
                      <m:sSub>
                        <m:sSubPr>
                          <m:ctrlPr>
                            <a:rPr lang="en-US" sz="2400" i="1" smtClean="0">
                              <a:solidFill>
                                <a:schemeClr val="accent5"/>
                              </a:solidFill>
                              <a:latin typeface="Cambria Math" panose="02040503050406030204" pitchFamily="18" charset="0"/>
                            </a:rPr>
                          </m:ctrlPr>
                        </m:sSubPr>
                        <m:e>
                          <m:r>
                            <a:rPr lang="en-US" sz="2400" i="1" smtClean="0">
                              <a:solidFill>
                                <a:schemeClr val="accent5"/>
                              </a:solidFill>
                              <a:latin typeface="Cambria Math" panose="02040503050406030204" pitchFamily="18" charset="0"/>
                            </a:rPr>
                            <m:t>𝐴</m:t>
                          </m:r>
                        </m:e>
                        <m:sub>
                          <m:r>
                            <a:rPr lang="en-US" sz="2400" b="0" i="1" smtClean="0">
                              <a:solidFill>
                                <a:schemeClr val="accent5"/>
                              </a:solidFill>
                              <a:latin typeface="Cambria Math" panose="02040503050406030204" pitchFamily="18" charset="0"/>
                            </a:rPr>
                            <m:t>h</m:t>
                          </m:r>
                          <m:r>
                            <a:rPr lang="en-US" sz="2400" i="1" smtClean="0">
                              <a:solidFill>
                                <a:schemeClr val="accent5"/>
                              </a:solidFill>
                              <a:latin typeface="Cambria Math" panose="02040503050406030204" pitchFamily="18" charset="0"/>
                            </a:rPr>
                            <m:t>−2</m:t>
                          </m:r>
                        </m:sub>
                      </m:sSub>
                      <m:r>
                        <a:rPr lang="en-US" sz="2400" i="1" smtClean="0">
                          <a:solidFill>
                            <a:schemeClr val="accent5"/>
                          </a:solidFill>
                          <a:latin typeface="Cambria Math" panose="02040503050406030204" pitchFamily="18" charset="0"/>
                        </a:rPr>
                        <m:t>|</m:t>
                      </m:r>
                    </m:oMath>
                  </m:oMathPara>
                </a14:m>
                <a:endParaRPr lang="en-US" sz="2400" i="1" dirty="0">
                  <a:latin typeface="Cambria Math" panose="02040503050406030204" pitchFamily="18" charset="0"/>
                </a:endParaRPr>
              </a:p>
            </p:txBody>
          </p:sp>
        </mc:Choice>
        <mc:Fallback xmlns="">
          <p:sp>
            <p:nvSpPr>
              <p:cNvPr id="46" name="Rectangle: Rounded Corners 45">
                <a:extLst>
                  <a:ext uri="{FF2B5EF4-FFF2-40B4-BE49-F238E27FC236}">
                    <a16:creationId xmlns:a16="http://schemas.microsoft.com/office/drawing/2014/main" id="{7DAB1797-C381-CF15-B1E7-24467266B786}"/>
                  </a:ext>
                </a:extLst>
              </p:cNvPr>
              <p:cNvSpPr>
                <a:spLocks noRot="1" noChangeAspect="1" noMove="1" noResize="1" noEditPoints="1" noAdjustHandles="1" noChangeArrowheads="1" noChangeShapeType="1" noTextEdit="1"/>
              </p:cNvSpPr>
              <p:nvPr/>
            </p:nvSpPr>
            <p:spPr>
              <a:xfrm>
                <a:off x="971550" y="3323492"/>
                <a:ext cx="6686549" cy="1828800"/>
              </a:xfrm>
              <a:prstGeom prst="roundRect">
                <a:avLst>
                  <a:gd name="adj" fmla="val 7143"/>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Rectangle: Rounded Corners 48">
                <a:extLst>
                  <a:ext uri="{FF2B5EF4-FFF2-40B4-BE49-F238E27FC236}">
                    <a16:creationId xmlns:a16="http://schemas.microsoft.com/office/drawing/2014/main" id="{E3B2FC08-37E5-B1FF-AE54-80166D14D1BA}"/>
                  </a:ext>
                </a:extLst>
              </p:cNvPr>
              <p:cNvSpPr/>
              <p:nvPr/>
            </p:nvSpPr>
            <p:spPr>
              <a:xfrm>
                <a:off x="8423031" y="1530231"/>
                <a:ext cx="3226777" cy="2633665"/>
              </a:xfrm>
              <a:prstGeom prst="roundRect">
                <a:avLst>
                  <a:gd name="adj" fmla="val 7143"/>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sSub>
                            <m:sSubPr>
                              <m:ctrlPr>
                                <a:rPr lang="en-US" sz="2400" i="1" smtClean="0">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sub>
                          </m:sSub>
                        </m:e>
                      </m:d>
                      <m:r>
                        <m:rPr>
                          <m:aln/>
                        </m:rPr>
                        <a:rPr lang="en-US" sz="2400" i="1" smtClean="0">
                          <a:solidFill>
                            <a:schemeClr val="tx1"/>
                          </a:solidFill>
                          <a:latin typeface="Cambria Math" panose="02040503050406030204" pitchFamily="18" charset="0"/>
                        </a:rPr>
                        <m:t>&gt;</m:t>
                      </m:r>
                      <m:r>
                        <a:rPr lang="en-US" sz="2400" i="1" smtClean="0">
                          <a:solidFill>
                            <a:schemeClr val="tx1"/>
                          </a:solidFill>
                          <a:latin typeface="Cambria Math" panose="02040503050406030204" pitchFamily="18" charset="0"/>
                        </a:rPr>
                        <m:t>2|</m:t>
                      </m:r>
                      <m:sSub>
                        <m:sSubPr>
                          <m:ctrlPr>
                            <a:rPr lang="en-US" sz="2400" i="1">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−2</m:t>
                          </m:r>
                        </m:sub>
                      </m:sSub>
                      <m:r>
                        <a:rPr lang="en-US" sz="2400" i="1" smtClean="0">
                          <a:solidFill>
                            <a:schemeClr val="tx1"/>
                          </a:solidFill>
                          <a:latin typeface="Cambria Math" panose="02040503050406030204" pitchFamily="18" charset="0"/>
                        </a:rPr>
                        <m:t>|</m:t>
                      </m:r>
                    </m:oMath>
                    <m:oMath xmlns:m="http://schemas.openxmlformats.org/officeDocument/2006/math">
                      <m:r>
                        <m:rPr>
                          <m:aln/>
                        </m:rPr>
                        <a:rPr lang="en-US" sz="2400" i="1" smtClean="0">
                          <a:solidFill>
                            <a:schemeClr val="tx1"/>
                          </a:solidFill>
                          <a:latin typeface="Cambria Math" panose="02040503050406030204" pitchFamily="18" charset="0"/>
                        </a:rPr>
                        <m:t>&gt;</m:t>
                      </m:r>
                      <m:r>
                        <a:rPr lang="en-US" sz="2400" i="1" smtClean="0">
                          <a:solidFill>
                            <a:schemeClr val="tx1"/>
                          </a:solidFill>
                          <a:latin typeface="Cambria Math" panose="02040503050406030204" pitchFamily="18" charset="0"/>
                        </a:rPr>
                        <m:t>4|</m:t>
                      </m:r>
                      <m:sSub>
                        <m:sSubPr>
                          <m:ctrlPr>
                            <a:rPr lang="en-US" sz="2400" i="1">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−4</m:t>
                          </m:r>
                        </m:sub>
                      </m:sSub>
                      <m:r>
                        <a:rPr lang="en-US" sz="2400" i="1" smtClean="0">
                          <a:solidFill>
                            <a:schemeClr val="tx1"/>
                          </a:solidFill>
                          <a:latin typeface="Cambria Math" panose="02040503050406030204" pitchFamily="18" charset="0"/>
                        </a:rPr>
                        <m:t>|</m:t>
                      </m:r>
                    </m:oMath>
                    <m:oMath xmlns:m="http://schemas.openxmlformats.org/officeDocument/2006/math">
                      <m:r>
                        <m:rPr>
                          <m:aln/>
                        </m:rPr>
                        <a:rPr lang="en-US" sz="2400" i="1" smtClean="0">
                          <a:solidFill>
                            <a:schemeClr val="tx1"/>
                          </a:solidFill>
                          <a:latin typeface="Cambria Math" panose="02040503050406030204" pitchFamily="18" charset="0"/>
                        </a:rPr>
                        <m:t>&gt;</m:t>
                      </m:r>
                      <m:r>
                        <a:rPr lang="en-US" sz="2400" i="1" smtClean="0">
                          <a:solidFill>
                            <a:schemeClr val="tx1"/>
                          </a:solidFill>
                          <a:latin typeface="Cambria Math" panose="02040503050406030204" pitchFamily="18" charset="0"/>
                        </a:rPr>
                        <m:t>8|</m:t>
                      </m:r>
                      <m:sSub>
                        <m:sSubPr>
                          <m:ctrlPr>
                            <a:rPr lang="en-US" sz="2400" i="1">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−6</m:t>
                          </m:r>
                        </m:sub>
                      </m:sSub>
                      <m:r>
                        <a:rPr lang="en-US" sz="2400" i="1" smtClean="0">
                          <a:solidFill>
                            <a:schemeClr val="tx1"/>
                          </a:solidFill>
                          <a:latin typeface="Cambria Math" panose="02040503050406030204" pitchFamily="18" charset="0"/>
                        </a:rPr>
                        <m:t>|</m:t>
                      </m:r>
                    </m:oMath>
                    <m:oMath xmlns:m="http://schemas.openxmlformats.org/officeDocument/2006/math">
                      <m:r>
                        <m:rPr>
                          <m:aln/>
                        </m:rPr>
                        <a:rPr lang="en-US" sz="2400" i="1" smtClean="0">
                          <a:solidFill>
                            <a:schemeClr val="tx1"/>
                          </a:solidFill>
                          <a:latin typeface="Cambria Math" panose="02040503050406030204" pitchFamily="18" charset="0"/>
                        </a:rPr>
                        <m:t>&gt;</m:t>
                      </m:r>
                      <m:r>
                        <a:rPr lang="en-US" sz="2400" i="1" smtClean="0">
                          <a:solidFill>
                            <a:schemeClr val="tx1"/>
                          </a:solidFill>
                          <a:latin typeface="Cambria Math" panose="02040503050406030204" pitchFamily="18" charset="0"/>
                        </a:rPr>
                        <m:t>16</m:t>
                      </m:r>
                      <m:d>
                        <m:dPr>
                          <m:begChr m:val="|"/>
                          <m:endChr m:val="|"/>
                          <m:ctrlPr>
                            <a:rPr lang="en-US" sz="2400" i="1" smtClean="0">
                              <a:solidFill>
                                <a:schemeClr val="tx1"/>
                              </a:solidFill>
                              <a:latin typeface="Cambria Math" panose="02040503050406030204" pitchFamily="18" charset="0"/>
                            </a:rPr>
                          </m:ctrlPr>
                        </m:dPr>
                        <m:e>
                          <m:sSub>
                            <m:sSubPr>
                              <m:ctrlPr>
                                <a:rPr lang="en-US" sz="2400" i="1" smtClean="0">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−8</m:t>
                              </m:r>
                            </m:sub>
                          </m:sSub>
                        </m:e>
                      </m:d>
                    </m:oMath>
                    <m:oMath xmlns:m="http://schemas.openxmlformats.org/officeDocument/2006/math">
                      <m:r>
                        <a:rPr lang="en-US" sz="2400" i="1" smtClean="0">
                          <a:solidFill>
                            <a:schemeClr val="tx1"/>
                          </a:solidFill>
                          <a:latin typeface="Cambria Math" panose="02040503050406030204" pitchFamily="18" charset="0"/>
                        </a:rPr>
                        <m:t>  </m:t>
                      </m:r>
                      <m:r>
                        <m:rPr>
                          <m:aln/>
                        </m:rPr>
                        <a:rPr lang="en-US" sz="2400" i="1" smtClean="0">
                          <a:solidFill>
                            <a:schemeClr val="tx1"/>
                          </a:solidFill>
                          <a:latin typeface="Cambria Math" panose="02040503050406030204" pitchFamily="18" charset="0"/>
                        </a:rPr>
                        <m:t>&gt;</m:t>
                      </m:r>
                      <m:r>
                        <a:rPr lang="en-US" sz="2400" i="1" smtClean="0">
                          <a:solidFill>
                            <a:schemeClr val="tx1"/>
                          </a:solidFill>
                          <a:latin typeface="Cambria Math" panose="02040503050406030204" pitchFamily="18" charset="0"/>
                        </a:rPr>
                        <m:t>…   </m:t>
                      </m:r>
                    </m:oMath>
                    <m:oMath xmlns:m="http://schemas.openxmlformats.org/officeDocument/2006/math">
                      <m:r>
                        <m:rPr>
                          <m:aln/>
                        </m:rPr>
                        <a:rPr lang="en-US" sz="2400" i="1" smtClean="0">
                          <a:solidFill>
                            <a:schemeClr val="tx1"/>
                          </a:solidFill>
                          <a:latin typeface="Cambria Math" panose="02040503050406030204" pitchFamily="18" charset="0"/>
                        </a:rPr>
                        <m:t>&gt;</m:t>
                      </m:r>
                      <m:sSup>
                        <m:sSupPr>
                          <m:ctrlPr>
                            <a:rPr lang="en-US" sz="2400" i="1" smtClean="0">
                              <a:solidFill>
                                <a:schemeClr val="tx1"/>
                              </a:solidFill>
                              <a:latin typeface="Cambria Math" panose="02040503050406030204" pitchFamily="18" charset="0"/>
                            </a:rPr>
                          </m:ctrlPr>
                        </m:sSupPr>
                        <m:e>
                          <m:r>
                            <a:rPr lang="en-US" sz="2400" i="1" smtClean="0">
                              <a:solidFill>
                                <a:schemeClr val="tx1"/>
                              </a:solidFill>
                              <a:latin typeface="Cambria Math" panose="02040503050406030204" pitchFamily="18" charset="0"/>
                            </a:rPr>
                            <m:t>2</m:t>
                          </m:r>
                        </m:e>
                        <m:sup>
                          <m:r>
                            <a:rPr lang="en-US" sz="2400" b="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/2</m:t>
                          </m:r>
                        </m:sup>
                      </m:sSup>
                    </m:oMath>
                  </m:oMathPara>
                </a14:m>
                <a:endParaRPr lang="en-US" sz="2400" i="1" dirty="0">
                  <a:solidFill>
                    <a:schemeClr val="tx1"/>
                  </a:solidFill>
                  <a:latin typeface="Cambria Math" panose="02040503050406030204" pitchFamily="18" charset="0"/>
                </a:endParaRPr>
              </a:p>
            </p:txBody>
          </p:sp>
        </mc:Choice>
        <mc:Fallback>
          <p:sp>
            <p:nvSpPr>
              <p:cNvPr id="49" name="Rectangle: Rounded Corners 48">
                <a:extLst>
                  <a:ext uri="{FF2B5EF4-FFF2-40B4-BE49-F238E27FC236}">
                    <a16:creationId xmlns:a16="http://schemas.microsoft.com/office/drawing/2014/main" id="{E3B2FC08-37E5-B1FF-AE54-80166D14D1BA}"/>
                  </a:ext>
                </a:extLst>
              </p:cNvPr>
              <p:cNvSpPr>
                <a:spLocks noRot="1" noChangeAspect="1" noMove="1" noResize="1" noEditPoints="1" noAdjustHandles="1" noChangeArrowheads="1" noChangeShapeType="1" noTextEdit="1"/>
              </p:cNvSpPr>
              <p:nvPr/>
            </p:nvSpPr>
            <p:spPr>
              <a:xfrm>
                <a:off x="8423031" y="1530231"/>
                <a:ext cx="3226777" cy="2633665"/>
              </a:xfrm>
              <a:prstGeom prst="roundRect">
                <a:avLst>
                  <a:gd name="adj" fmla="val 7143"/>
                </a:avLst>
              </a:prstGeom>
              <a:blipFill>
                <a:blip r:embed="rId3"/>
                <a:stretch>
                  <a:fillRect/>
                </a:stretch>
              </a:blipFill>
              <a:ln>
                <a:solidFill>
                  <a:schemeClr val="tx1"/>
                </a:solidFill>
              </a:ln>
            </p:spPr>
            <p:txBody>
              <a:bodyPr/>
              <a:lstStyle/>
              <a:p>
                <a:r>
                  <a:rPr lang="en-US">
                    <a:noFill/>
                  </a:rPr>
                  <a:t> </a:t>
                </a:r>
              </a:p>
            </p:txBody>
          </p:sp>
        </mc:Fallback>
      </mc:AlternateContent>
      <p:sp>
        <p:nvSpPr>
          <p:cNvPr id="50" name="Speech Bubble: Rectangle with Corners Rounded 49">
            <a:extLst>
              <a:ext uri="{FF2B5EF4-FFF2-40B4-BE49-F238E27FC236}">
                <a16:creationId xmlns:a16="http://schemas.microsoft.com/office/drawing/2014/main" id="{712DEB9E-3631-5627-9E98-B3C4950F2E23}"/>
              </a:ext>
            </a:extLst>
          </p:cNvPr>
          <p:cNvSpPr/>
          <p:nvPr/>
        </p:nvSpPr>
        <p:spPr>
          <a:xfrm>
            <a:off x="3209727" y="5396351"/>
            <a:ext cx="1604991" cy="773272"/>
          </a:xfrm>
          <a:prstGeom prst="wedgeRoundRectCallout">
            <a:avLst>
              <a:gd name="adj1" fmla="val -37950"/>
              <a:gd name="adj2" fmla="val -9224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t>We get that |A</a:t>
            </a:r>
            <a:r>
              <a:rPr lang="en-US" sz="2000" baseline="-25000" dirty="0"/>
              <a:t>h</a:t>
            </a:r>
            <a:r>
              <a:rPr lang="en-US" sz="2000" dirty="0"/>
              <a:t>| &gt; 2|A</a:t>
            </a:r>
            <a:r>
              <a:rPr lang="en-US" sz="2000" baseline="-25000" dirty="0"/>
              <a:t>h-2</a:t>
            </a:r>
            <a:r>
              <a:rPr lang="en-US" sz="2000" dirty="0"/>
              <a:t>|</a:t>
            </a:r>
          </a:p>
        </p:txBody>
      </p:sp>
      <mc:AlternateContent xmlns:mc="http://schemas.openxmlformats.org/markup-compatibility/2006" xmlns:a14="http://schemas.microsoft.com/office/drawing/2010/main">
        <mc:Choice Requires="a14">
          <p:sp>
            <p:nvSpPr>
              <p:cNvPr id="51" name="Speech Bubble: Rectangle with Corners Rounded 50">
                <a:extLst>
                  <a:ext uri="{FF2B5EF4-FFF2-40B4-BE49-F238E27FC236}">
                    <a16:creationId xmlns:a16="http://schemas.microsoft.com/office/drawing/2014/main" id="{8B349630-0FB2-4B96-C190-08DC80155DCF}"/>
                  </a:ext>
                </a:extLst>
              </p:cNvPr>
              <p:cNvSpPr/>
              <p:nvPr/>
            </p:nvSpPr>
            <p:spPr>
              <a:xfrm>
                <a:off x="8519351" y="4387219"/>
                <a:ext cx="2286395" cy="804495"/>
              </a:xfrm>
              <a:prstGeom prst="wedgeRoundRectCallout">
                <a:avLst>
                  <a:gd name="adj1" fmla="val -591"/>
                  <a:gd name="adj2" fmla="val -9919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t>This is what we want, |A</a:t>
                </a:r>
                <a:r>
                  <a:rPr lang="en-US" sz="2000" baseline="-25000" dirty="0"/>
                  <a:t>h</a:t>
                </a:r>
                <a:r>
                  <a:rPr lang="en-US" sz="2000" dirty="0"/>
                  <a:t>| = </a:t>
                </a:r>
                <a14:m>
                  <m:oMath xmlns:m="http://schemas.openxmlformats.org/officeDocument/2006/math">
                    <m:r>
                      <m:rPr>
                        <m:sty m:val="p"/>
                      </m:rPr>
                      <a:rPr lang="en-US" sz="2000" b="0" i="0" smtClean="0">
                        <a:latin typeface="Cambria Math" panose="02040503050406030204" pitchFamily="18" charset="0"/>
                      </a:rPr>
                      <m:t>Ω</m:t>
                    </m:r>
                    <m:r>
                      <a:rPr lang="en-US" sz="2000" b="0" i="1" smtClean="0">
                        <a:latin typeface="Cambria Math" panose="02040503050406030204" pitchFamily="18" charset="0"/>
                      </a:rPr>
                      <m:t>(</m:t>
                    </m:r>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h</m:t>
                        </m:r>
                      </m:sup>
                    </m:sSup>
                    <m:r>
                      <a:rPr lang="en-US" sz="2000" b="0" i="1" smtClean="0">
                        <a:latin typeface="Cambria Math" panose="02040503050406030204" pitchFamily="18" charset="0"/>
                      </a:rPr>
                      <m:t>)</m:t>
                    </m:r>
                  </m:oMath>
                </a14:m>
                <a:endParaRPr lang="en-US" sz="2000" dirty="0"/>
              </a:p>
            </p:txBody>
          </p:sp>
        </mc:Choice>
        <mc:Fallback xmlns="">
          <p:sp>
            <p:nvSpPr>
              <p:cNvPr id="51" name="Speech Bubble: Rectangle with Corners Rounded 50">
                <a:extLst>
                  <a:ext uri="{FF2B5EF4-FFF2-40B4-BE49-F238E27FC236}">
                    <a16:creationId xmlns:a16="http://schemas.microsoft.com/office/drawing/2014/main" id="{8B349630-0FB2-4B96-C190-08DC80155DCF}"/>
                  </a:ext>
                </a:extLst>
              </p:cNvPr>
              <p:cNvSpPr>
                <a:spLocks noRot="1" noChangeAspect="1" noMove="1" noResize="1" noEditPoints="1" noAdjustHandles="1" noChangeArrowheads="1" noChangeShapeType="1" noTextEdit="1"/>
              </p:cNvSpPr>
              <p:nvPr/>
            </p:nvSpPr>
            <p:spPr>
              <a:xfrm>
                <a:off x="8519351" y="4387219"/>
                <a:ext cx="2286395" cy="804495"/>
              </a:xfrm>
              <a:prstGeom prst="wedgeRoundRectCallout">
                <a:avLst>
                  <a:gd name="adj1" fmla="val -591"/>
                  <a:gd name="adj2" fmla="val -99191"/>
                  <a:gd name="adj3" fmla="val 16667"/>
                </a:avLst>
              </a:prstGeom>
              <a:blipFill>
                <a:blip r:embed="rId4"/>
                <a:stretch>
                  <a:fillRect l="-1330" b="-452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Rectangle: Rounded Corners 52">
                <a:extLst>
                  <a:ext uri="{FF2B5EF4-FFF2-40B4-BE49-F238E27FC236}">
                    <a16:creationId xmlns:a16="http://schemas.microsoft.com/office/drawing/2014/main" id="{8944C41B-B0CA-59C5-B8AD-DE3721FAB38B}"/>
                  </a:ext>
                </a:extLst>
              </p:cNvPr>
              <p:cNvSpPr/>
              <p:nvPr/>
            </p:nvSpPr>
            <p:spPr>
              <a:xfrm>
                <a:off x="971550" y="1530231"/>
                <a:ext cx="5092060" cy="1562021"/>
              </a:xfrm>
              <a:prstGeom prst="roundRect">
                <a:avLst>
                  <a:gd name="adj" fmla="val 7143"/>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sSub>
                            <m:sSubPr>
                              <m:ctrlPr>
                                <a:rPr lang="en-US" sz="2400" i="1" smtClean="0">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sub>
                          </m:sSub>
                        </m:e>
                      </m:d>
                      <m:r>
                        <a:rPr lang="en-US" sz="2400" b="0" i="1" smtClean="0">
                          <a:solidFill>
                            <a:schemeClr val="tx1"/>
                          </a:solidFill>
                          <a:latin typeface="Cambria Math" panose="02040503050406030204" pitchFamily="18" charset="0"/>
                        </a:rPr>
                        <m:t>=</m:t>
                      </m:r>
                      <m:d>
                        <m:dPr>
                          <m:begChr m:val="{"/>
                          <m:endChr m:val=""/>
                          <m:ctrlPr>
                            <a:rPr lang="en-US" sz="2400" b="0" i="1" smtClean="0">
                              <a:solidFill>
                                <a:schemeClr val="tx1"/>
                              </a:solidFill>
                              <a:latin typeface="Cambria Math" panose="02040503050406030204" pitchFamily="18" charset="0"/>
                            </a:rPr>
                          </m:ctrlPr>
                        </m:dPr>
                        <m:e>
                          <m:m>
                            <m:mPr>
                              <m:mcs>
                                <m:mc>
                                  <m:mcPr>
                                    <m:count m:val="2"/>
                                    <m:mcJc m:val="center"/>
                                  </m:mcPr>
                                </m:mc>
                              </m:mcs>
                              <m:ctrlPr>
                                <a:rPr lang="en-US" sz="2400" b="0" i="1" smtClean="0">
                                  <a:solidFill>
                                    <a:schemeClr val="tx1"/>
                                  </a:solidFill>
                                  <a:latin typeface="Cambria Math" panose="02040503050406030204" pitchFamily="18" charset="0"/>
                                </a:rPr>
                              </m:ctrlPr>
                            </m:mPr>
                            <m:mr>
                              <m:e>
                                <m:r>
                                  <m:rPr>
                                    <m:brk m:alnAt="7"/>
                                  </m:rP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=0</m:t>
                                </m:r>
                              </m:e>
                            </m:mr>
                            <m:mr>
                              <m:e>
                                <m:r>
                                  <a:rPr lang="en-US" sz="2400" b="0" i="1" smtClean="0">
                                    <a:solidFill>
                                      <a:schemeClr val="tx1"/>
                                    </a:solidFill>
                                    <a:latin typeface="Cambria Math" panose="02040503050406030204" pitchFamily="18" charset="0"/>
                                  </a:rPr>
                                  <m:t>2</m:t>
                                </m:r>
                              </m:e>
                              <m:e>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=1</m:t>
                                </m:r>
                              </m:e>
                            </m:mr>
                            <m:mr>
                              <m:e>
                                <m:r>
                                  <a:rPr lang="en-US" sz="2400" i="1">
                                    <a:solidFill>
                                      <a:schemeClr val="tx1"/>
                                    </a:solidFill>
                                    <a:latin typeface="Cambria Math" panose="02040503050406030204" pitchFamily="18" charset="0"/>
                                  </a:rPr>
                                  <m:t>1+</m:t>
                                </m:r>
                                <m:d>
                                  <m:dPr>
                                    <m:begChr m:val="|"/>
                                    <m:endChr m:val="|"/>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r>
                                          <a:rPr lang="en-US" sz="2400" i="1">
                                            <a:solidFill>
                                              <a:schemeClr val="tx1"/>
                                            </a:solidFill>
                                            <a:latin typeface="Cambria Math" panose="02040503050406030204" pitchFamily="18" charset="0"/>
                                          </a:rPr>
                                          <m:t>−1</m:t>
                                        </m:r>
                                      </m:sub>
                                    </m:sSub>
                                  </m:e>
                                </m:d>
                                <m:r>
                                  <a:rPr lang="en-US" sz="2400" i="1">
                                    <a:solidFill>
                                      <a:schemeClr val="tx1"/>
                                    </a:solidFill>
                                    <a:latin typeface="Cambria Math" panose="02040503050406030204" pitchFamily="18" charset="0"/>
                                  </a:rPr>
                                  <m:t>+</m:t>
                                </m:r>
                                <m:d>
                                  <m:dPr>
                                    <m:begChr m:val="|"/>
                                    <m:endChr m:val="|"/>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r>
                                          <a:rPr lang="en-US" sz="2400" i="1">
                                            <a:solidFill>
                                              <a:schemeClr val="tx1"/>
                                            </a:solidFill>
                                            <a:latin typeface="Cambria Math" panose="02040503050406030204" pitchFamily="18" charset="0"/>
                                          </a:rPr>
                                          <m:t>−2</m:t>
                                        </m:r>
                                      </m:sub>
                                    </m:sSub>
                                  </m:e>
                                </m:d>
                              </m:e>
                              <m:e>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≥2</m:t>
                                </m:r>
                              </m:e>
                            </m:mr>
                          </m:m>
                        </m:e>
                      </m:d>
                    </m:oMath>
                  </m:oMathPara>
                </a14:m>
                <a:endParaRPr lang="en-US" sz="2400" i="1" dirty="0">
                  <a:solidFill>
                    <a:schemeClr val="tx1"/>
                  </a:solidFill>
                  <a:latin typeface="Cambria Math" panose="02040503050406030204" pitchFamily="18" charset="0"/>
                </a:endParaRPr>
              </a:p>
            </p:txBody>
          </p:sp>
        </mc:Choice>
        <mc:Fallback>
          <p:sp>
            <p:nvSpPr>
              <p:cNvPr id="53" name="Rectangle: Rounded Corners 52">
                <a:extLst>
                  <a:ext uri="{FF2B5EF4-FFF2-40B4-BE49-F238E27FC236}">
                    <a16:creationId xmlns:a16="http://schemas.microsoft.com/office/drawing/2014/main" id="{8944C41B-B0CA-59C5-B8AD-DE3721FAB38B}"/>
                  </a:ext>
                </a:extLst>
              </p:cNvPr>
              <p:cNvSpPr>
                <a:spLocks noRot="1" noChangeAspect="1" noMove="1" noResize="1" noEditPoints="1" noAdjustHandles="1" noChangeArrowheads="1" noChangeShapeType="1" noTextEdit="1"/>
              </p:cNvSpPr>
              <p:nvPr/>
            </p:nvSpPr>
            <p:spPr>
              <a:xfrm>
                <a:off x="971550" y="1530231"/>
                <a:ext cx="5092060" cy="1562021"/>
              </a:xfrm>
              <a:prstGeom prst="roundRect">
                <a:avLst>
                  <a:gd name="adj" fmla="val 7143"/>
                </a:avLst>
              </a:prstGeom>
              <a:blipFill>
                <a:blip r:embed="rId5"/>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611480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26FA3-87B0-6147-74CF-C0D9522CC2D1}"/>
              </a:ext>
            </a:extLst>
          </p:cNvPr>
          <p:cNvSpPr>
            <a:spLocks noGrp="1"/>
          </p:cNvSpPr>
          <p:nvPr>
            <p:ph type="title"/>
          </p:nvPr>
        </p:nvSpPr>
        <p:spPr/>
        <p:txBody>
          <a:bodyPr/>
          <a:lstStyle/>
          <a:p>
            <a:r>
              <a:rPr lang="en-US" dirty="0"/>
              <a:t>Another Method with better bound</a:t>
            </a:r>
          </a:p>
        </p:txBody>
      </p:sp>
      <mc:AlternateContent xmlns:mc="http://schemas.openxmlformats.org/markup-compatibility/2006" xmlns:a14="http://schemas.microsoft.com/office/drawing/2010/main">
        <mc:Choice Requires="a14">
          <p:sp>
            <p:nvSpPr>
              <p:cNvPr id="52" name="Rectangle: Rounded Corners 51">
                <a:extLst>
                  <a:ext uri="{FF2B5EF4-FFF2-40B4-BE49-F238E27FC236}">
                    <a16:creationId xmlns:a16="http://schemas.microsoft.com/office/drawing/2014/main" id="{A74E18DC-D009-7513-4E2A-2B60402E01D4}"/>
                  </a:ext>
                </a:extLst>
              </p:cNvPr>
              <p:cNvSpPr/>
              <p:nvPr/>
            </p:nvSpPr>
            <p:spPr>
              <a:xfrm>
                <a:off x="329711" y="1134207"/>
                <a:ext cx="8787911" cy="5072913"/>
              </a:xfrm>
              <a:prstGeom prst="roundRect">
                <a:avLst>
                  <a:gd name="adj" fmla="val 7143"/>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𝐴</m:t>
                              </m:r>
                            </m:e>
                            <m:sub>
                              <m:r>
                                <a:rPr lang="en-US" sz="2400" b="0" i="1" smtClean="0">
                                  <a:latin typeface="Cambria Math" panose="02040503050406030204" pitchFamily="18" charset="0"/>
                                </a:rPr>
                                <m:t>h</m:t>
                              </m:r>
                            </m:sub>
                          </m:sSub>
                        </m:e>
                      </m:d>
                      <m:r>
                        <m:rPr>
                          <m:aln/>
                        </m:rPr>
                        <a:rPr lang="en-US" sz="2400" i="1" smtClean="0">
                          <a:latin typeface="Cambria Math" panose="02040503050406030204" pitchFamily="18" charset="0"/>
                        </a:rPr>
                        <m:t>=</m:t>
                      </m:r>
                      <m:r>
                        <a:rPr lang="en-US" sz="2400" i="1" smtClean="0">
                          <a:latin typeface="Cambria Math" panose="02040503050406030204" pitchFamily="18" charset="0"/>
                        </a:rPr>
                        <m:t>1+</m:t>
                      </m:r>
                      <m:d>
                        <m:dPr>
                          <m:begChr m:val="|"/>
                          <m:endChr m:val="|"/>
                          <m:ctrlPr>
                            <a:rPr lang="en-US" sz="2400" i="1" smtClean="0">
                              <a:solidFill>
                                <a:schemeClr val="accent4"/>
                              </a:solidFill>
                              <a:latin typeface="Cambria Math" panose="02040503050406030204" pitchFamily="18" charset="0"/>
                            </a:rPr>
                          </m:ctrlPr>
                        </m:dPr>
                        <m:e>
                          <m:sSub>
                            <m:sSubPr>
                              <m:ctrlPr>
                                <a:rPr lang="en-US" sz="2400" i="1" smtClean="0">
                                  <a:solidFill>
                                    <a:schemeClr val="accent4"/>
                                  </a:solidFill>
                                  <a:latin typeface="Cambria Math" panose="02040503050406030204" pitchFamily="18" charset="0"/>
                                </a:rPr>
                              </m:ctrlPr>
                            </m:sSubPr>
                            <m:e>
                              <m:r>
                                <a:rPr lang="en-US" sz="2400" i="1" smtClean="0">
                                  <a:solidFill>
                                    <a:schemeClr val="accent4"/>
                                  </a:solidFill>
                                  <a:latin typeface="Cambria Math" panose="02040503050406030204" pitchFamily="18" charset="0"/>
                                </a:rPr>
                                <m:t>𝐴</m:t>
                              </m:r>
                            </m:e>
                            <m:sub>
                              <m:r>
                                <a:rPr lang="en-US" sz="2400" b="0" i="1" smtClean="0">
                                  <a:solidFill>
                                    <a:schemeClr val="accent4"/>
                                  </a:solidFill>
                                  <a:latin typeface="Cambria Math" panose="02040503050406030204" pitchFamily="18" charset="0"/>
                                </a:rPr>
                                <m:t>h</m:t>
                              </m:r>
                              <m:r>
                                <a:rPr lang="en-US" sz="2400" i="1" smtClean="0">
                                  <a:solidFill>
                                    <a:schemeClr val="accent4"/>
                                  </a:solidFill>
                                  <a:latin typeface="Cambria Math" panose="02040503050406030204" pitchFamily="18" charset="0"/>
                                </a:rPr>
                                <m:t>−1</m:t>
                              </m:r>
                            </m:sub>
                          </m:sSub>
                        </m:e>
                      </m:d>
                      <m:r>
                        <a:rPr lang="en-US" sz="2400" i="1" smtClean="0">
                          <a:latin typeface="Cambria Math" panose="02040503050406030204" pitchFamily="18" charset="0"/>
                        </a:rPr>
                        <m:t>+</m:t>
                      </m:r>
                      <m:d>
                        <m:dPr>
                          <m:begChr m:val="|"/>
                          <m:endChr m:val="|"/>
                          <m:ctrlPr>
                            <a:rPr lang="en-US" sz="2400" i="1" smtClean="0">
                              <a:solidFill>
                                <a:schemeClr val="accent5"/>
                              </a:solidFill>
                              <a:latin typeface="Cambria Math" panose="02040503050406030204" pitchFamily="18" charset="0"/>
                            </a:rPr>
                          </m:ctrlPr>
                        </m:dPr>
                        <m:e>
                          <m:sSub>
                            <m:sSubPr>
                              <m:ctrlPr>
                                <a:rPr lang="en-US" sz="2400" i="1" smtClean="0">
                                  <a:solidFill>
                                    <a:schemeClr val="accent5"/>
                                  </a:solidFill>
                                  <a:latin typeface="Cambria Math" panose="02040503050406030204" pitchFamily="18" charset="0"/>
                                </a:rPr>
                              </m:ctrlPr>
                            </m:sSubPr>
                            <m:e>
                              <m:r>
                                <a:rPr lang="en-US" sz="2400" i="1" smtClean="0">
                                  <a:solidFill>
                                    <a:schemeClr val="accent5"/>
                                  </a:solidFill>
                                  <a:latin typeface="Cambria Math" panose="02040503050406030204" pitchFamily="18" charset="0"/>
                                </a:rPr>
                                <m:t>𝐴</m:t>
                              </m:r>
                            </m:e>
                            <m:sub>
                              <m:r>
                                <a:rPr lang="en-US" sz="2400" b="0" i="1" smtClean="0">
                                  <a:solidFill>
                                    <a:schemeClr val="accent5"/>
                                  </a:solidFill>
                                  <a:latin typeface="Cambria Math" panose="02040503050406030204" pitchFamily="18" charset="0"/>
                                </a:rPr>
                                <m:t>h</m:t>
                              </m:r>
                              <m:r>
                                <a:rPr lang="en-US" sz="2400" i="1" smtClean="0">
                                  <a:solidFill>
                                    <a:schemeClr val="accent5"/>
                                  </a:solidFill>
                                  <a:latin typeface="Cambria Math" panose="02040503050406030204" pitchFamily="18" charset="0"/>
                                </a:rPr>
                                <m:t>−2</m:t>
                              </m:r>
                            </m:sub>
                          </m:sSub>
                        </m:e>
                      </m:d>
                    </m:oMath>
                    <m:oMath xmlns:m="http://schemas.openxmlformats.org/officeDocument/2006/math">
                      <m:d>
                        <m:dPr>
                          <m:ctrlPr>
                            <a:rPr lang="en-US" sz="2400" b="0" i="1" smtClean="0">
                              <a:solidFill>
                                <a:schemeClr val="tx1"/>
                              </a:solidFill>
                              <a:latin typeface="Cambria Math" panose="02040503050406030204" pitchFamily="18" charset="0"/>
                            </a:rPr>
                          </m:ctrlPr>
                        </m:dPr>
                        <m:e>
                          <m:m>
                            <m:mPr>
                              <m:mcs>
                                <m:mc>
                                  <m:mcPr>
                                    <m:count m:val="1"/>
                                    <m:mcJc m:val="center"/>
                                  </m:mcPr>
                                </m:mc>
                              </m:mcs>
                              <m:ctrlPr>
                                <a:rPr lang="en-US" sz="2400" b="0" i="1" smtClean="0">
                                  <a:solidFill>
                                    <a:schemeClr val="tx1"/>
                                  </a:solidFill>
                                  <a:latin typeface="Cambria Math" panose="02040503050406030204" pitchFamily="18" charset="0"/>
                                </a:rPr>
                              </m:ctrlPr>
                            </m:mPr>
                            <m:mr>
                              <m:e>
                                <m:d>
                                  <m:dPr>
                                    <m:begChr m:val="|"/>
                                    <m:endChr m:val="|"/>
                                    <m:ctrlPr>
                                      <a:rPr lang="en-US" sz="2400" b="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brk m:alnAt="7"/>
                                          </m:rPr>
                                          <a:rPr lang="en-US" sz="2400" i="1">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sub>
                                    </m:sSub>
                                  </m:e>
                                </m:d>
                              </m:e>
                            </m:mr>
                            <m:mr>
                              <m:e>
                                <m:d>
                                  <m:dPr>
                                    <m:begChr m:val="|"/>
                                    <m:endChr m:val="|"/>
                                    <m:ctrlPr>
                                      <a:rPr lang="en-US" sz="2400" b="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brk m:alnAt="7"/>
                                          </m:rPr>
                                          <a:rPr lang="en-US" sz="2400" i="1">
                                            <a:solidFill>
                                              <a:schemeClr val="tx1"/>
                                            </a:solidFill>
                                            <a:latin typeface="Cambria Math" panose="02040503050406030204" pitchFamily="18" charset="0"/>
                                          </a:rPr>
                                          <m:t>𝐴</m:t>
                                        </m:r>
                                      </m:e>
                                      <m:sub>
                                        <m:r>
                                          <m:rPr>
                                            <m:brk m:alnAt="7"/>
                                          </m:rP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−1</m:t>
                                        </m:r>
                                      </m:sub>
                                    </m:sSub>
                                  </m:e>
                                </m:d>
                              </m:e>
                            </m:mr>
                            <m:mr>
                              <m:e>
                                <m:r>
                                  <a:rPr lang="en-US" sz="2400" b="0" i="1" smtClean="0">
                                    <a:solidFill>
                                      <a:schemeClr val="tx1"/>
                                    </a:solidFill>
                                    <a:latin typeface="Cambria Math" panose="02040503050406030204" pitchFamily="18" charset="0"/>
                                  </a:rPr>
                                  <m:t>1</m:t>
                                </m:r>
                              </m:e>
                            </m:mr>
                          </m:m>
                        </m:e>
                      </m:d>
                      <m:r>
                        <m:rPr>
                          <m:aln/>
                        </m:rPr>
                        <a:rPr lang="en-US" sz="2400" b="0" i="1" smtClean="0">
                          <a:solidFill>
                            <a:schemeClr val="tx1"/>
                          </a:solidFill>
                          <a:latin typeface="Cambria Math" panose="02040503050406030204" pitchFamily="18" charset="0"/>
                        </a:rPr>
                        <m:t>=</m:t>
                      </m:r>
                      <m:d>
                        <m:dPr>
                          <m:ctrlPr>
                            <a:rPr lang="en-US" sz="2400" b="0" i="1" smtClean="0">
                              <a:solidFill>
                                <a:schemeClr val="tx1"/>
                              </a:solidFill>
                              <a:latin typeface="Cambria Math" panose="02040503050406030204" pitchFamily="18" charset="0"/>
                            </a:rPr>
                          </m:ctrlPr>
                        </m:dPr>
                        <m:e>
                          <m:m>
                            <m:mPr>
                              <m:mcs>
                                <m:mc>
                                  <m:mcPr>
                                    <m:count m:val="3"/>
                                    <m:mcJc m:val="center"/>
                                  </m:mcPr>
                                </m:mc>
                              </m:mcs>
                              <m:ctrlPr>
                                <a:rPr lang="en-US" sz="2400" b="0" i="1" smtClean="0">
                                  <a:solidFill>
                                    <a:schemeClr val="tx1"/>
                                  </a:solidFill>
                                  <a:latin typeface="Cambria Math" panose="02040503050406030204" pitchFamily="18" charset="0"/>
                                </a:rPr>
                              </m:ctrlPr>
                            </m:mPr>
                            <m:mr>
                              <m:e>
                                <m:r>
                                  <m:rPr>
                                    <m:brk m:alnAt="7"/>
                                  </m:rP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mr>
                            <m:mr>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0</m:t>
                                </m:r>
                              </m:e>
                              <m:e>
                                <m:r>
                                  <a:rPr lang="en-US" sz="2400" b="0" i="1" smtClean="0">
                                    <a:solidFill>
                                      <a:schemeClr val="tx1"/>
                                    </a:solidFill>
                                    <a:latin typeface="Cambria Math" panose="02040503050406030204" pitchFamily="18" charset="0"/>
                                  </a:rPr>
                                  <m:t>0</m:t>
                                </m:r>
                              </m:e>
                            </m:mr>
                            <m:mr>
                              <m:e>
                                <m:r>
                                  <a:rPr lang="en-US" sz="2400" b="0" i="1" smtClean="0">
                                    <a:solidFill>
                                      <a:schemeClr val="tx1"/>
                                    </a:solidFill>
                                    <a:latin typeface="Cambria Math" panose="02040503050406030204" pitchFamily="18" charset="0"/>
                                  </a:rPr>
                                  <m:t>0</m:t>
                                </m:r>
                              </m:e>
                              <m:e>
                                <m:r>
                                  <a:rPr lang="en-US" sz="2400" b="0" i="1" smtClean="0">
                                    <a:solidFill>
                                      <a:schemeClr val="tx1"/>
                                    </a:solidFill>
                                    <a:latin typeface="Cambria Math" panose="02040503050406030204" pitchFamily="18" charset="0"/>
                                  </a:rPr>
                                  <m:t>0</m:t>
                                </m:r>
                              </m:e>
                              <m:e>
                                <m:r>
                                  <a:rPr lang="en-US" sz="2400" b="0" i="1" smtClean="0">
                                    <a:solidFill>
                                      <a:schemeClr val="tx1"/>
                                    </a:solidFill>
                                    <a:latin typeface="Cambria Math" panose="02040503050406030204" pitchFamily="18" charset="0"/>
                                  </a:rPr>
                                  <m:t>1</m:t>
                                </m:r>
                              </m:e>
                            </m:mr>
                          </m:m>
                        </m:e>
                      </m:d>
                      <m:d>
                        <m:dPr>
                          <m:ctrlPr>
                            <a:rPr lang="en-US" sz="2400" b="0" i="1" smtClean="0">
                              <a:solidFill>
                                <a:schemeClr val="tx1"/>
                              </a:solidFill>
                              <a:latin typeface="Cambria Math" panose="02040503050406030204" pitchFamily="18" charset="0"/>
                            </a:rPr>
                          </m:ctrlPr>
                        </m:dPr>
                        <m:e>
                          <m:m>
                            <m:mPr>
                              <m:mcs>
                                <m:mc>
                                  <m:mcPr>
                                    <m:count m:val="1"/>
                                    <m:mcJc m:val="center"/>
                                  </m:mcPr>
                                </m:mc>
                              </m:mcs>
                              <m:ctrlPr>
                                <a:rPr lang="en-US" sz="2400" b="0" i="1" smtClean="0">
                                  <a:solidFill>
                                    <a:schemeClr val="tx1"/>
                                  </a:solidFill>
                                  <a:latin typeface="Cambria Math" panose="02040503050406030204" pitchFamily="18" charset="0"/>
                                </a:rPr>
                              </m:ctrlPr>
                            </m:mPr>
                            <m:mr>
                              <m:e>
                                <m:d>
                                  <m:dPr>
                                    <m:begChr m:val="|"/>
                                    <m:endChr m:val="|"/>
                                    <m:ctrlPr>
                                      <a:rPr lang="en-US" sz="2400" b="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brk m:alnAt="7"/>
                                          </m:rPr>
                                          <a:rPr lang="en-US" sz="2400" i="1">
                                            <a:solidFill>
                                              <a:schemeClr val="tx1"/>
                                            </a:solidFill>
                                            <a:latin typeface="Cambria Math" panose="02040503050406030204" pitchFamily="18" charset="0"/>
                                          </a:rPr>
                                          <m:t>𝐴</m:t>
                                        </m:r>
                                      </m:e>
                                      <m:sub>
                                        <m:r>
                                          <m:rPr>
                                            <m:brk m:alnAt="7"/>
                                          </m:rP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−1</m:t>
                                        </m:r>
                                      </m:sub>
                                    </m:sSub>
                                  </m:e>
                                </m:d>
                              </m:e>
                            </m:mr>
                            <m:mr>
                              <m:e>
                                <m:d>
                                  <m:dPr>
                                    <m:begChr m:val="|"/>
                                    <m:endChr m:val="|"/>
                                    <m:ctrlPr>
                                      <a:rPr lang="en-US" sz="2400" b="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brk m:alnAt="7"/>
                                          </m:rPr>
                                          <a:rPr lang="en-US" sz="2400" i="1">
                                            <a:solidFill>
                                              <a:schemeClr val="tx1"/>
                                            </a:solidFill>
                                            <a:latin typeface="Cambria Math" panose="02040503050406030204" pitchFamily="18" charset="0"/>
                                          </a:rPr>
                                          <m:t>𝐴</m:t>
                                        </m:r>
                                      </m:e>
                                      <m:sub>
                                        <m:r>
                                          <m:rPr>
                                            <m:brk m:alnAt="7"/>
                                          </m:rP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−2</m:t>
                                        </m:r>
                                      </m:sub>
                                    </m:sSub>
                                  </m:e>
                                </m:d>
                              </m:e>
                            </m:mr>
                            <m:mr>
                              <m:e>
                                <m:r>
                                  <a:rPr lang="en-US" sz="2400" b="0" i="1" smtClean="0">
                                    <a:solidFill>
                                      <a:schemeClr val="tx1"/>
                                    </a:solidFill>
                                    <a:latin typeface="Cambria Math" panose="02040503050406030204" pitchFamily="18" charset="0"/>
                                  </a:rPr>
                                  <m:t>1</m:t>
                                </m:r>
                              </m:e>
                            </m:mr>
                          </m:m>
                        </m:e>
                      </m:d>
                      <m:r>
                        <a:rPr lang="en-US" sz="2400" b="0" i="1" smtClean="0">
                          <a:solidFill>
                            <a:schemeClr val="tx1"/>
                          </a:solidFill>
                          <a:latin typeface="Cambria Math" panose="02040503050406030204" pitchFamily="18" charset="0"/>
                        </a:rPr>
                        <m:t> </m:t>
                      </m:r>
                    </m:oMath>
                    <m:oMath xmlns:m="http://schemas.openxmlformats.org/officeDocument/2006/math">
                      <m:d>
                        <m:dPr>
                          <m:ctrlPr>
                            <a:rPr lang="en-US" sz="2400" b="0" i="1" smtClean="0">
                              <a:solidFill>
                                <a:schemeClr val="tx1"/>
                              </a:solidFill>
                              <a:latin typeface="Cambria Math" panose="02040503050406030204" pitchFamily="18" charset="0"/>
                            </a:rPr>
                          </m:ctrlPr>
                        </m:dPr>
                        <m:e>
                          <m:m>
                            <m:mPr>
                              <m:mcs>
                                <m:mc>
                                  <m:mcPr>
                                    <m:count m:val="1"/>
                                    <m:mcJc m:val="center"/>
                                  </m:mcPr>
                                </m:mc>
                              </m:mcs>
                              <m:ctrlPr>
                                <a:rPr lang="en-US" sz="2400" b="0" i="1" smtClean="0">
                                  <a:solidFill>
                                    <a:schemeClr val="tx1"/>
                                  </a:solidFill>
                                  <a:latin typeface="Cambria Math" panose="02040503050406030204" pitchFamily="18" charset="0"/>
                                </a:rPr>
                              </m:ctrlPr>
                            </m:mPr>
                            <m:mr>
                              <m:e>
                                <m:d>
                                  <m:dPr>
                                    <m:begChr m:val="|"/>
                                    <m:endChr m:val="|"/>
                                    <m:ctrlPr>
                                      <a:rPr lang="en-US" sz="2400" b="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brk m:alnAt="7"/>
                                          </m:rPr>
                                          <a:rPr lang="en-US" sz="2400" i="1">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sub>
                                    </m:sSub>
                                  </m:e>
                                </m:d>
                              </m:e>
                            </m:mr>
                            <m:mr>
                              <m:e>
                                <m:d>
                                  <m:dPr>
                                    <m:begChr m:val="|"/>
                                    <m:endChr m:val="|"/>
                                    <m:ctrlPr>
                                      <a:rPr lang="en-US" sz="2400" b="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brk m:alnAt="7"/>
                                          </m:rPr>
                                          <a:rPr lang="en-US" sz="2400" i="1">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−1</m:t>
                                        </m:r>
                                      </m:sub>
                                    </m:sSub>
                                  </m:e>
                                </m:d>
                              </m:e>
                            </m:mr>
                            <m:mr>
                              <m:e>
                                <m:r>
                                  <a:rPr lang="en-US" sz="2400" b="0" i="1" smtClean="0">
                                    <a:solidFill>
                                      <a:schemeClr val="tx1"/>
                                    </a:solidFill>
                                    <a:latin typeface="Cambria Math" panose="02040503050406030204" pitchFamily="18" charset="0"/>
                                  </a:rPr>
                                  <m:t>1</m:t>
                                </m:r>
                              </m:e>
                            </m:mr>
                          </m:m>
                        </m:e>
                      </m:d>
                      <m:r>
                        <m:rPr>
                          <m:aln/>
                        </m:rPr>
                        <a:rPr lang="en-US" sz="2400" b="0" i="1"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d>
                            <m:dPr>
                              <m:ctrlPr>
                                <a:rPr lang="en-US" sz="2400" b="0" i="1" smtClean="0">
                                  <a:solidFill>
                                    <a:schemeClr val="tx1"/>
                                  </a:solidFill>
                                  <a:latin typeface="Cambria Math" panose="02040503050406030204" pitchFamily="18" charset="0"/>
                                </a:rPr>
                              </m:ctrlPr>
                            </m:dPr>
                            <m:e>
                              <m:m>
                                <m:mPr>
                                  <m:mcs>
                                    <m:mc>
                                      <m:mcPr>
                                        <m:count m:val="3"/>
                                        <m:mcJc m:val="center"/>
                                      </m:mcPr>
                                    </m:mc>
                                  </m:mcs>
                                  <m:ctrlPr>
                                    <a:rPr lang="en-US" sz="2400" b="0" i="1" smtClean="0">
                                      <a:solidFill>
                                        <a:schemeClr val="tx1"/>
                                      </a:solidFill>
                                      <a:latin typeface="Cambria Math" panose="02040503050406030204" pitchFamily="18" charset="0"/>
                                    </a:rPr>
                                  </m:ctrlPr>
                                </m:mPr>
                                <m:mr>
                                  <m:e>
                                    <m:r>
                                      <m:rPr>
                                        <m:brk m:alnAt="7"/>
                                      </m:rP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mr>
                                <m:mr>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0</m:t>
                                    </m:r>
                                  </m:e>
                                  <m:e>
                                    <m:r>
                                      <a:rPr lang="en-US" sz="2400" b="0" i="1" smtClean="0">
                                        <a:solidFill>
                                          <a:schemeClr val="tx1"/>
                                        </a:solidFill>
                                        <a:latin typeface="Cambria Math" panose="02040503050406030204" pitchFamily="18" charset="0"/>
                                      </a:rPr>
                                      <m:t>0</m:t>
                                    </m:r>
                                  </m:e>
                                </m:mr>
                                <m:mr>
                                  <m:e>
                                    <m:r>
                                      <a:rPr lang="en-US" sz="2400" b="0" i="1" smtClean="0">
                                        <a:solidFill>
                                          <a:schemeClr val="tx1"/>
                                        </a:solidFill>
                                        <a:latin typeface="Cambria Math" panose="02040503050406030204" pitchFamily="18" charset="0"/>
                                      </a:rPr>
                                      <m:t>0</m:t>
                                    </m:r>
                                  </m:e>
                                  <m:e>
                                    <m:r>
                                      <a:rPr lang="en-US" sz="2400" b="0" i="1" smtClean="0">
                                        <a:solidFill>
                                          <a:schemeClr val="tx1"/>
                                        </a:solidFill>
                                        <a:latin typeface="Cambria Math" panose="02040503050406030204" pitchFamily="18" charset="0"/>
                                      </a:rPr>
                                      <m:t>0</m:t>
                                    </m:r>
                                  </m:e>
                                  <m:e>
                                    <m:r>
                                      <a:rPr lang="en-US" sz="2400" b="0" i="1" smtClean="0">
                                        <a:solidFill>
                                          <a:schemeClr val="tx1"/>
                                        </a:solidFill>
                                        <a:latin typeface="Cambria Math" panose="02040503050406030204" pitchFamily="18" charset="0"/>
                                      </a:rPr>
                                      <m:t>1</m:t>
                                    </m:r>
                                  </m:e>
                                </m:mr>
                              </m:m>
                            </m:e>
                          </m:d>
                        </m:e>
                        <m:sup>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−1</m:t>
                          </m:r>
                        </m:sup>
                      </m:sSup>
                      <m:d>
                        <m:dPr>
                          <m:ctrlPr>
                            <a:rPr lang="en-US" sz="2400" b="0" i="1" smtClean="0">
                              <a:solidFill>
                                <a:schemeClr val="tx1"/>
                              </a:solidFill>
                              <a:latin typeface="Cambria Math" panose="02040503050406030204" pitchFamily="18" charset="0"/>
                            </a:rPr>
                          </m:ctrlPr>
                        </m:dPr>
                        <m:e>
                          <m:m>
                            <m:mPr>
                              <m:mcs>
                                <m:mc>
                                  <m:mcPr>
                                    <m:count m:val="1"/>
                                    <m:mcJc m:val="center"/>
                                  </m:mcPr>
                                </m:mc>
                              </m:mcs>
                              <m:ctrlPr>
                                <a:rPr lang="en-US" sz="2400" b="0" i="1" smtClean="0">
                                  <a:solidFill>
                                    <a:schemeClr val="tx1"/>
                                  </a:solidFill>
                                  <a:latin typeface="Cambria Math" panose="02040503050406030204" pitchFamily="18" charset="0"/>
                                </a:rPr>
                              </m:ctrlPr>
                            </m:mPr>
                            <m:mr>
                              <m:e>
                                <m:d>
                                  <m:dPr>
                                    <m:begChr m:val="|"/>
                                    <m:endChr m:val="|"/>
                                    <m:ctrlPr>
                                      <a:rPr lang="en-US" sz="2400" b="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brk m:alnAt="7"/>
                                          </m:rPr>
                                          <a:rPr lang="en-US" sz="2400" i="1">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1</m:t>
                                        </m:r>
                                      </m:sub>
                                    </m:sSub>
                                  </m:e>
                                </m:d>
                              </m:e>
                            </m:mr>
                            <m:mr>
                              <m:e>
                                <m:d>
                                  <m:dPr>
                                    <m:begChr m:val="|"/>
                                    <m:endChr m:val="|"/>
                                    <m:ctrlPr>
                                      <a:rPr lang="en-US" sz="2400" b="0" i="1" smtClean="0">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brk m:alnAt="7"/>
                                          </m:rPr>
                                          <a:rPr lang="en-US" sz="2400" i="1">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0</m:t>
                                        </m:r>
                                      </m:sub>
                                    </m:sSub>
                                  </m:e>
                                </m:d>
                              </m:e>
                            </m:mr>
                            <m:mr>
                              <m:e>
                                <m:r>
                                  <a:rPr lang="en-US" sz="2400" b="0" i="1" smtClean="0">
                                    <a:solidFill>
                                      <a:schemeClr val="tx1"/>
                                    </a:solidFill>
                                    <a:latin typeface="Cambria Math" panose="02040503050406030204" pitchFamily="18" charset="0"/>
                                  </a:rPr>
                                  <m:t>1</m:t>
                                </m:r>
                              </m:e>
                            </m:mr>
                          </m:m>
                        </m:e>
                      </m:d>
                      <m:r>
                        <a:rPr lang="en-US" sz="2400" b="0" i="1" smtClean="0">
                          <a:solidFill>
                            <a:schemeClr val="tx1"/>
                          </a:solidFill>
                          <a:latin typeface="Cambria Math" panose="02040503050406030204" pitchFamily="18" charset="0"/>
                        </a:rPr>
                        <m:t> </m:t>
                      </m:r>
                    </m:oMath>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b="0" i="1" smtClean="0">
                                  <a:latin typeface="Cambria Math" panose="02040503050406030204" pitchFamily="18" charset="0"/>
                                </a:rPr>
                                <m:t>h</m:t>
                              </m:r>
                            </m:sub>
                          </m:sSub>
                        </m:e>
                      </m:d>
                      <m:r>
                        <m:rPr>
                          <m:aln/>
                        </m:rPr>
                        <a:rPr lang="en-US" sz="2400" i="1">
                          <a:latin typeface="Cambria Math" panose="02040503050406030204" pitchFamily="18" charset="0"/>
                        </a:rPr>
                        <m:t>=</m:t>
                      </m:r>
                      <m:r>
                        <a:rPr lang="en-US" sz="2400" i="1">
                          <a:latin typeface="Cambria Math" panose="02040503050406030204" pitchFamily="18" charset="0"/>
                        </a:rPr>
                        <m:t>𝑎</m:t>
                      </m:r>
                      <m:sSup>
                        <m:sSupPr>
                          <m:ctrlPr>
                            <a:rPr lang="en-US" sz="2400" i="1">
                              <a:latin typeface="Cambria Math" panose="02040503050406030204" pitchFamily="18" charset="0"/>
                            </a:rPr>
                          </m:ctrlPr>
                        </m:sSupPr>
                        <m:e>
                          <m:r>
                            <a:rPr lang="en-US" sz="2400" i="1">
                              <a:latin typeface="Cambria Math" panose="02040503050406030204" pitchFamily="18" charset="0"/>
                            </a:rPr>
                            <m:t>𝜙</m:t>
                          </m:r>
                        </m:e>
                        <m:sup>
                          <m:r>
                            <a:rPr lang="en-US" sz="2400" b="0" i="1" smtClean="0">
                              <a:latin typeface="Cambria Math" panose="02040503050406030204" pitchFamily="18" charset="0"/>
                            </a:rPr>
                            <m:t>h</m:t>
                          </m:r>
                        </m:sup>
                      </m:sSup>
                      <m:r>
                        <a:rPr lang="en-US" sz="2400" i="1">
                          <a:latin typeface="Cambria Math" panose="02040503050406030204" pitchFamily="18" charset="0"/>
                        </a:rPr>
                        <m:t>+</m:t>
                      </m:r>
                      <m:r>
                        <a:rPr lang="en-US" sz="2400" i="1">
                          <a:latin typeface="Cambria Math" panose="02040503050406030204" pitchFamily="18" charset="0"/>
                        </a:rPr>
                        <m:t>𝑏</m:t>
                      </m:r>
                      <m:sSup>
                        <m:sSupPr>
                          <m:ctrlPr>
                            <a:rPr lang="en-US" sz="2400" i="1">
                              <a:latin typeface="Cambria Math" panose="02040503050406030204" pitchFamily="18" charset="0"/>
                            </a:rPr>
                          </m:ctrlPr>
                        </m:sSupPr>
                        <m:e>
                          <m:acc>
                            <m:accPr>
                              <m:chr m:val="̂"/>
                              <m:ctrlPr>
                                <a:rPr lang="en-US" sz="2400" i="1">
                                  <a:latin typeface="Cambria Math" panose="02040503050406030204" pitchFamily="18" charset="0"/>
                                </a:rPr>
                              </m:ctrlPr>
                            </m:accPr>
                            <m:e>
                              <m:r>
                                <a:rPr lang="en-US" sz="2400" i="1">
                                  <a:latin typeface="Cambria Math" panose="02040503050406030204" pitchFamily="18" charset="0"/>
                                </a:rPr>
                                <m:t>𝜙</m:t>
                              </m:r>
                            </m:e>
                          </m:acc>
                        </m:e>
                        <m:sup>
                          <m:r>
                            <a:rPr lang="en-US" sz="2400" b="0" i="1" smtClean="0">
                              <a:latin typeface="Cambria Math" panose="02040503050406030204" pitchFamily="18" charset="0"/>
                            </a:rPr>
                            <m:t>h</m:t>
                          </m:r>
                        </m:sup>
                      </m:sSup>
                      <m:r>
                        <a:rPr lang="en-US" sz="2400" i="1">
                          <a:latin typeface="Cambria Math" panose="02040503050406030204" pitchFamily="18" charset="0"/>
                        </a:rPr>
                        <m:t>+1</m:t>
                      </m:r>
                    </m:oMath>
                    <m:oMath xmlns:m="http://schemas.openxmlformats.org/officeDocument/2006/math">
                      <m:d>
                        <m:dPr>
                          <m:begChr m:val="|"/>
                          <m:endChr m:val="|"/>
                          <m:ctrlPr>
                            <a:rPr lang="en-US" sz="2400" i="1">
                              <a:latin typeface="Cambria Math" panose="02040503050406030204" pitchFamily="18" charset="0"/>
                            </a:rPr>
                          </m:ctrlPr>
                        </m:dPr>
                        <m:e>
                          <m:sSub>
                            <m:sSubPr>
                              <m:ctrlPr>
                                <a:rPr lang="en-US" sz="2400" i="1" smtClean="0">
                                  <a:latin typeface="Cambria Math" panose="02040503050406030204" pitchFamily="18" charset="0"/>
                                </a:rPr>
                              </m:ctrlPr>
                            </m:sSubPr>
                            <m:e>
                              <m:r>
                                <a:rPr lang="en-US" sz="2400" i="1">
                                  <a:latin typeface="Cambria Math" panose="02040503050406030204" pitchFamily="18" charset="0"/>
                                </a:rPr>
                                <m:t>𝐴</m:t>
                              </m:r>
                            </m:e>
                            <m:sub>
                              <m:r>
                                <a:rPr lang="en-US" sz="2400" b="0" i="1" smtClean="0">
                                  <a:latin typeface="Cambria Math" panose="02040503050406030204" pitchFamily="18" charset="0"/>
                                </a:rPr>
                                <m:t>h</m:t>
                              </m:r>
                            </m:sub>
                          </m:sSub>
                        </m:e>
                      </m:d>
                      <m:r>
                        <m:rPr>
                          <m:aln/>
                        </m:rP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𝑎</m:t>
                      </m:r>
                      <m:sSup>
                        <m:sSupPr>
                          <m:ctrlPr>
                            <a:rPr lang="en-US" sz="2400" i="1">
                              <a:latin typeface="Cambria Math" panose="02040503050406030204" pitchFamily="18" charset="0"/>
                            </a:rPr>
                          </m:ctrlPr>
                        </m:sSupPr>
                        <m:e>
                          <m:r>
                            <a:rPr lang="en-US" sz="2400" i="1">
                              <a:latin typeface="Cambria Math" panose="02040503050406030204" pitchFamily="18" charset="0"/>
                            </a:rPr>
                            <m:t>𝜙</m:t>
                          </m:r>
                        </m:e>
                        <m:sup>
                          <m:r>
                            <a:rPr lang="en-US" sz="2400" b="0" i="1" smtClean="0">
                              <a:latin typeface="Cambria Math" panose="02040503050406030204" pitchFamily="18" charset="0"/>
                            </a:rPr>
                            <m:t>h</m:t>
                          </m:r>
                        </m:sup>
                      </m:sSup>
                    </m:oMath>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log</m:t>
                          </m:r>
                        </m:fName>
                        <m:e>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b="0" i="1" smtClean="0">
                                          <a:latin typeface="Cambria Math" panose="02040503050406030204" pitchFamily="18" charset="0"/>
                                        </a:rPr>
                                        <m:t>h</m:t>
                                      </m:r>
                                    </m:sub>
                                  </m:sSub>
                                </m:e>
                              </m:d>
                            </m:e>
                          </m:d>
                        </m:e>
                      </m:func>
                      <m:r>
                        <m:rPr>
                          <m:aln/>
                        </m:rP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e>
                          </m:d>
                        </m:e>
                      </m:func>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d>
                            <m:dPr>
                              <m:ctrlPr>
                                <a:rPr lang="en-US" sz="2400" i="1">
                                  <a:latin typeface="Cambria Math" panose="02040503050406030204" pitchFamily="18" charset="0"/>
                                  <a:ea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𝜙</m:t>
                                  </m:r>
                                </m:e>
                                <m:sup>
                                  <m:r>
                                    <a:rPr lang="en-US" sz="2400" b="0" i="1" smtClean="0">
                                      <a:latin typeface="Cambria Math" panose="02040503050406030204" pitchFamily="18" charset="0"/>
                                    </a:rPr>
                                    <m:t>h</m:t>
                                  </m:r>
                                </m:sup>
                              </m:sSup>
                            </m:e>
                          </m:d>
                        </m:e>
                      </m:func>
                    </m:oMath>
                    <m:oMath xmlns:m="http://schemas.openxmlformats.org/officeDocument/2006/math">
                      <m:r>
                        <m:rPr>
                          <m:aln/>
                        </m:rP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e>
                          </m:d>
                        </m:e>
                      </m:func>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h</m:t>
                      </m:r>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log</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𝜙</m:t>
                              </m:r>
                            </m:e>
                          </m:d>
                        </m:e>
                      </m:func>
                    </m:oMath>
                    <m:oMath xmlns:m="http://schemas.openxmlformats.org/officeDocument/2006/math">
                      <m:func>
                        <m:funcPr>
                          <m:ctrlPr>
                            <a:rPr lang="en-US" sz="2400" i="1">
                              <a:latin typeface="Cambria Math" panose="02040503050406030204" pitchFamily="18" charset="0"/>
                            </a:rPr>
                          </m:ctrlPr>
                        </m:funcPr>
                        <m:fName>
                          <m:sSub>
                            <m:sSubPr>
                              <m:ctrlPr>
                                <a:rPr lang="en-US" sz="2400" b="0" i="1" smtClean="0">
                                  <a:latin typeface="Cambria Math" panose="02040503050406030204" pitchFamily="18" charset="0"/>
                                </a:rPr>
                              </m:ctrlPr>
                            </m:sSubPr>
                            <m:e>
                              <m:r>
                                <m:rPr>
                                  <m:sty m:val="p"/>
                                </m:rPr>
                                <a:rPr lang="en-US" sz="2400">
                                  <a:latin typeface="Cambria Math" panose="02040503050406030204" pitchFamily="18" charset="0"/>
                                </a:rPr>
                                <m:t>log</m:t>
                              </m:r>
                            </m:e>
                            <m:sub>
                              <m:r>
                                <a:rPr lang="en-US" sz="2400" b="0" i="1" smtClean="0">
                                  <a:latin typeface="Cambria Math" panose="02040503050406030204" pitchFamily="18" charset="0"/>
                                </a:rPr>
                                <m:t>𝜙</m:t>
                              </m:r>
                            </m:sub>
                          </m:sSub>
                        </m:fName>
                        <m:e>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b="0" i="1" smtClean="0">
                                          <a:latin typeface="Cambria Math" panose="02040503050406030204" pitchFamily="18" charset="0"/>
                                        </a:rPr>
                                        <m:t>h</m:t>
                                      </m:r>
                                    </m:sub>
                                  </m:sSub>
                                </m:e>
                              </m:d>
                            </m:e>
                          </m:d>
                        </m:e>
                      </m:func>
                      <m:r>
                        <a:rPr lang="en-US" sz="2400" i="1">
                          <a:latin typeface="Cambria Math" panose="02040503050406030204" pitchFamily="18" charset="0"/>
                        </a:rPr>
                        <m:t>−</m:t>
                      </m:r>
                      <m:func>
                        <m:funcPr>
                          <m:ctrlPr>
                            <a:rPr lang="en-US" sz="2400" b="0" i="1" smtClean="0">
                              <a:latin typeface="Cambria Math" panose="02040503050406030204" pitchFamily="18" charset="0"/>
                            </a:rPr>
                          </m:ctrlPr>
                        </m:funcPr>
                        <m:fName>
                          <m:sSub>
                            <m:sSubPr>
                              <m:ctrlPr>
                                <a:rPr lang="en-US" sz="2400" b="0" i="1" smtClean="0">
                                  <a:latin typeface="Cambria Math" panose="02040503050406030204" pitchFamily="18" charset="0"/>
                                </a:rPr>
                              </m:ctrlPr>
                            </m:sSubPr>
                            <m:e>
                              <m:r>
                                <m:rPr>
                                  <m:sty m:val="p"/>
                                </m:rPr>
                                <a:rPr lang="en-US" sz="2400">
                                  <a:latin typeface="Cambria Math" panose="02040503050406030204" pitchFamily="18" charset="0"/>
                                </a:rPr>
                                <m:t>log</m:t>
                              </m:r>
                            </m:e>
                            <m:sub>
                              <m:r>
                                <a:rPr lang="en-US" sz="2400" b="0" i="1" smtClean="0">
                                  <a:latin typeface="Cambria Math" panose="02040503050406030204" pitchFamily="18" charset="0"/>
                                </a:rPr>
                                <m:t>𝜙</m:t>
                              </m:r>
                            </m:sub>
                          </m:sSub>
                        </m:fName>
                        <m:e>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m:t>
                          </m:r>
                        </m:e>
                      </m:func>
                      <m:r>
                        <m:rPr>
                          <m:aln/>
                        </m:rP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h</m:t>
                      </m:r>
                    </m:oMath>
                  </m:oMathPara>
                </a14:m>
                <a:endParaRPr lang="en-US" sz="2400" i="1" dirty="0">
                  <a:latin typeface="Cambria Math" panose="02040503050406030204" pitchFamily="18" charset="0"/>
                </a:endParaRPr>
              </a:p>
            </p:txBody>
          </p:sp>
        </mc:Choice>
        <mc:Fallback xmlns="">
          <p:sp>
            <p:nvSpPr>
              <p:cNvPr id="52" name="Rectangle: Rounded Corners 51">
                <a:extLst>
                  <a:ext uri="{FF2B5EF4-FFF2-40B4-BE49-F238E27FC236}">
                    <a16:creationId xmlns:a16="http://schemas.microsoft.com/office/drawing/2014/main" id="{A74E18DC-D009-7513-4E2A-2B60402E01D4}"/>
                  </a:ext>
                </a:extLst>
              </p:cNvPr>
              <p:cNvSpPr>
                <a:spLocks noRot="1" noChangeAspect="1" noMove="1" noResize="1" noEditPoints="1" noAdjustHandles="1" noChangeArrowheads="1" noChangeShapeType="1" noTextEdit="1"/>
              </p:cNvSpPr>
              <p:nvPr/>
            </p:nvSpPr>
            <p:spPr>
              <a:xfrm>
                <a:off x="329711" y="1134207"/>
                <a:ext cx="8787911" cy="5072913"/>
              </a:xfrm>
              <a:prstGeom prst="roundRect">
                <a:avLst>
                  <a:gd name="adj" fmla="val 7143"/>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Speech Bubble: Rectangle with Corners Rounded 5">
                <a:extLst>
                  <a:ext uri="{FF2B5EF4-FFF2-40B4-BE49-F238E27FC236}">
                    <a16:creationId xmlns:a16="http://schemas.microsoft.com/office/drawing/2014/main" id="{ABAC10E3-80DA-C782-E63D-6DA6D1F62D2B}"/>
                  </a:ext>
                </a:extLst>
              </p:cNvPr>
              <p:cNvSpPr/>
              <p:nvPr/>
            </p:nvSpPr>
            <p:spPr>
              <a:xfrm>
                <a:off x="8381068" y="3622819"/>
                <a:ext cx="2811540" cy="1331583"/>
              </a:xfrm>
              <a:prstGeom prst="wedgeRoundRectCallout">
                <a:avLst>
                  <a:gd name="adj1" fmla="val -98834"/>
                  <a:gd name="adj2" fmla="val 160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Solve using eigen decomposition</a:t>
                </a:r>
              </a:p>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𝜙</m:t>
                      </m:r>
                      <m:r>
                        <a:rPr lang="en-US" sz="1600" b="0" i="1" smtClean="0">
                          <a:latin typeface="Cambria Math" panose="02040503050406030204" pitchFamily="18" charset="0"/>
                          <a:ea typeface="Cambria Math" panose="02040503050406030204" pitchFamily="18" charset="0"/>
                        </a:rPr>
                        <m:t>≈1.618</m:t>
                      </m:r>
                    </m:oMath>
                  </m:oMathPara>
                </a14:m>
                <a:endParaRPr lang="en-US" sz="1600" b="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acc>
                        <m:accPr>
                          <m:chr m:val="̂"/>
                          <m:ctrlPr>
                            <a:rPr lang="en-US" sz="1600" i="1">
                              <a:latin typeface="Cambria Math" panose="02040503050406030204" pitchFamily="18" charset="0"/>
                            </a:rPr>
                          </m:ctrlPr>
                        </m:accPr>
                        <m:e>
                          <m:r>
                            <a:rPr lang="en-US" sz="1600" i="1">
                              <a:latin typeface="Cambria Math" panose="02040503050406030204" pitchFamily="18" charset="0"/>
                            </a:rPr>
                            <m:t>𝜙</m:t>
                          </m:r>
                        </m:e>
                      </m:acc>
                      <m:r>
                        <a:rPr lang="en-US" sz="1600" b="0" i="1" smtClean="0">
                          <a:latin typeface="Cambria Math" panose="02040503050406030204" pitchFamily="18" charset="0"/>
                          <a:ea typeface="Cambria Math" panose="02040503050406030204" pitchFamily="18" charset="0"/>
                        </a:rPr>
                        <m:t>≈−0.618</m:t>
                      </m:r>
                    </m:oMath>
                  </m:oMathPara>
                </a14:m>
                <a:endParaRPr lang="en-US" sz="1600" dirty="0"/>
              </a:p>
              <a:p>
                <a:pPr algn="ctr"/>
                <a:r>
                  <a:rPr lang="en-US" sz="1600" dirty="0"/>
                  <a:t>The term</a:t>
                </a:r>
                <a14:m>
                  <m:oMath xmlns:m="http://schemas.openxmlformats.org/officeDocument/2006/math">
                    <m:r>
                      <a:rPr lang="en-US" sz="1600" i="1">
                        <a:latin typeface="Cambria Math" panose="02040503050406030204" pitchFamily="18" charset="0"/>
                      </a:rPr>
                      <m:t>𝑏</m:t>
                    </m:r>
                    <m:sSup>
                      <m:sSupPr>
                        <m:ctrlPr>
                          <a:rPr lang="en-US" sz="1600" i="1">
                            <a:latin typeface="Cambria Math" panose="02040503050406030204" pitchFamily="18" charset="0"/>
                          </a:rPr>
                        </m:ctrlPr>
                      </m:sSupPr>
                      <m:e>
                        <m:acc>
                          <m:accPr>
                            <m:chr m:val="̂"/>
                            <m:ctrlPr>
                              <a:rPr lang="en-US" sz="1600" i="1">
                                <a:latin typeface="Cambria Math" panose="02040503050406030204" pitchFamily="18" charset="0"/>
                              </a:rPr>
                            </m:ctrlPr>
                          </m:accPr>
                          <m:e>
                            <m:r>
                              <a:rPr lang="en-US" sz="1600" i="1">
                                <a:latin typeface="Cambria Math" panose="02040503050406030204" pitchFamily="18" charset="0"/>
                              </a:rPr>
                              <m:t>𝜙</m:t>
                            </m:r>
                          </m:e>
                        </m:acc>
                      </m:e>
                      <m:sup>
                        <m:r>
                          <a:rPr lang="en-US" sz="1600" i="1">
                            <a:latin typeface="Cambria Math" panose="02040503050406030204" pitchFamily="18" charset="0"/>
                          </a:rPr>
                          <m:t>h</m:t>
                        </m:r>
                      </m:sup>
                    </m:sSup>
                  </m:oMath>
                </a14:m>
                <a:r>
                  <a:rPr lang="en-US" sz="1600" dirty="0"/>
                  <a:t> vanish</a:t>
                </a:r>
              </a:p>
            </p:txBody>
          </p:sp>
        </mc:Choice>
        <mc:Fallback xmlns="">
          <p:sp>
            <p:nvSpPr>
              <p:cNvPr id="6" name="Speech Bubble: Rectangle with Corners Rounded 5">
                <a:extLst>
                  <a:ext uri="{FF2B5EF4-FFF2-40B4-BE49-F238E27FC236}">
                    <a16:creationId xmlns:a16="http://schemas.microsoft.com/office/drawing/2014/main" id="{ABAC10E3-80DA-C782-E63D-6DA6D1F62D2B}"/>
                  </a:ext>
                </a:extLst>
              </p:cNvPr>
              <p:cNvSpPr>
                <a:spLocks noRot="1" noChangeAspect="1" noMove="1" noResize="1" noEditPoints="1" noAdjustHandles="1" noChangeArrowheads="1" noChangeShapeType="1" noTextEdit="1"/>
              </p:cNvSpPr>
              <p:nvPr/>
            </p:nvSpPr>
            <p:spPr>
              <a:xfrm>
                <a:off x="8381068" y="3622819"/>
                <a:ext cx="2811540" cy="1331583"/>
              </a:xfrm>
              <a:prstGeom prst="wedgeRoundRectCallout">
                <a:avLst>
                  <a:gd name="adj1" fmla="val -98834"/>
                  <a:gd name="adj2" fmla="val 1601"/>
                  <a:gd name="adj3" fmla="val 16667"/>
                </a:avLst>
              </a:prstGeom>
              <a:blipFill>
                <a:blip r:embed="rId3"/>
                <a:stretch>
                  <a:fillRect t="-1364" b="-5000"/>
                </a:stretch>
              </a:blipFill>
            </p:spPr>
            <p:txBody>
              <a:bodyPr/>
              <a:lstStyle/>
              <a:p>
                <a:r>
                  <a:rPr lang="en-US">
                    <a:noFill/>
                  </a:rPr>
                  <a:t> </a:t>
                </a:r>
              </a:p>
            </p:txBody>
          </p:sp>
        </mc:Fallback>
      </mc:AlternateContent>
      <p:sp>
        <p:nvSpPr>
          <p:cNvPr id="7" name="Speech Bubble: Rectangle with Corners Rounded 6">
            <a:extLst>
              <a:ext uri="{FF2B5EF4-FFF2-40B4-BE49-F238E27FC236}">
                <a16:creationId xmlns:a16="http://schemas.microsoft.com/office/drawing/2014/main" id="{43DFFA2C-6F12-1D04-C397-B4D66760A96A}"/>
              </a:ext>
            </a:extLst>
          </p:cNvPr>
          <p:cNvSpPr/>
          <p:nvPr/>
        </p:nvSpPr>
        <p:spPr>
          <a:xfrm>
            <a:off x="5691554" y="5961185"/>
            <a:ext cx="3056792" cy="823804"/>
          </a:xfrm>
          <a:prstGeom prst="wedgeRoundRectCallout">
            <a:avLst>
              <a:gd name="adj1" fmla="val -79184"/>
              <a:gd name="adj2" fmla="val -51268"/>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This is what we need, the height is approximately 1.44 log</a:t>
            </a:r>
            <a:r>
              <a:rPr lang="en-US" sz="1600" baseline="-25000" dirty="0"/>
              <a:t>2</a:t>
            </a:r>
            <a:r>
              <a:rPr lang="en-US" sz="1600" dirty="0"/>
              <a:t> n</a:t>
            </a:r>
          </a:p>
        </p:txBody>
      </p:sp>
      <p:sp>
        <p:nvSpPr>
          <p:cNvPr id="8" name="Speech Bubble: Rectangle with Corners Rounded 7">
            <a:extLst>
              <a:ext uri="{FF2B5EF4-FFF2-40B4-BE49-F238E27FC236}">
                <a16:creationId xmlns:a16="http://schemas.microsoft.com/office/drawing/2014/main" id="{7E6C0AEB-EABD-43DA-E3D1-60D93FE18BD2}"/>
              </a:ext>
            </a:extLst>
          </p:cNvPr>
          <p:cNvSpPr/>
          <p:nvPr/>
        </p:nvSpPr>
        <p:spPr>
          <a:xfrm>
            <a:off x="8565707" y="1621603"/>
            <a:ext cx="1721293" cy="756137"/>
          </a:xfrm>
          <a:prstGeom prst="wedgeRoundRectCallout">
            <a:avLst>
              <a:gd name="adj1" fmla="val -96274"/>
              <a:gd name="adj2" fmla="val 17746"/>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t>Re-write |A</a:t>
            </a:r>
            <a:r>
              <a:rPr lang="en-US" sz="1600" baseline="-25000" dirty="0"/>
              <a:t>h</a:t>
            </a:r>
            <a:r>
              <a:rPr lang="en-US" sz="1600" dirty="0"/>
              <a:t>| as a matrix equation</a:t>
            </a:r>
          </a:p>
        </p:txBody>
      </p:sp>
      <mc:AlternateContent xmlns:mc="http://schemas.openxmlformats.org/markup-compatibility/2006" xmlns:a14="http://schemas.microsoft.com/office/drawing/2010/main">
        <mc:Choice Requires="a14">
          <p:sp>
            <p:nvSpPr>
              <p:cNvPr id="9" name="Speech Bubble: Rectangle with Corners Rounded 8">
                <a:extLst>
                  <a:ext uri="{FF2B5EF4-FFF2-40B4-BE49-F238E27FC236}">
                    <a16:creationId xmlns:a16="http://schemas.microsoft.com/office/drawing/2014/main" id="{B2E5743B-6356-322F-CEE0-7E3B7169F9FB}"/>
                  </a:ext>
                </a:extLst>
              </p:cNvPr>
              <p:cNvSpPr/>
              <p:nvPr/>
            </p:nvSpPr>
            <p:spPr>
              <a:xfrm>
                <a:off x="715108" y="4198327"/>
                <a:ext cx="1825869" cy="823804"/>
              </a:xfrm>
              <a:prstGeom prst="wedgeRoundRectCallout">
                <a:avLst>
                  <a:gd name="adj1" fmla="val 23415"/>
                  <a:gd name="adj2" fmla="val 108290"/>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func>
                      <m:funcPr>
                        <m:ctrlPr>
                          <a:rPr lang="en-US" sz="1600" b="0" i="1" smtClean="0">
                            <a:latin typeface="Cambria Math" panose="02040503050406030204" pitchFamily="18" charset="0"/>
                          </a:rPr>
                        </m:ctrlPr>
                      </m:funcPr>
                      <m:fName>
                        <m:sSub>
                          <m:sSubPr>
                            <m:ctrlPr>
                              <a:rPr lang="en-US" sz="1600" b="0" i="1" smtClean="0">
                                <a:latin typeface="Cambria Math" panose="02040503050406030204" pitchFamily="18" charset="0"/>
                              </a:rPr>
                            </m:ctrlPr>
                          </m:sSubPr>
                          <m:e>
                            <m:r>
                              <m:rPr>
                                <m:sty m:val="p"/>
                              </m:rPr>
                              <a:rPr lang="en-US" sz="1600" b="0" i="0" smtClean="0">
                                <a:latin typeface="Cambria Math" panose="02040503050406030204" pitchFamily="18" charset="0"/>
                              </a:rPr>
                              <m:t>log</m:t>
                            </m:r>
                          </m:e>
                          <m:sub>
                            <m:r>
                              <a:rPr lang="en-US" sz="1600" b="0" i="1" smtClean="0">
                                <a:latin typeface="Cambria Math" panose="02040503050406030204" pitchFamily="18" charset="0"/>
                              </a:rPr>
                              <m:t>𝜙</m:t>
                            </m:r>
                          </m:sub>
                        </m:sSub>
                      </m:fName>
                      <m:e>
                        <m:r>
                          <a:rPr lang="en-US" sz="1600" b="0" i="1" smtClean="0">
                            <a:latin typeface="Cambria Math" panose="02040503050406030204" pitchFamily="18" charset="0"/>
                          </a:rPr>
                          <m:t>𝑥</m:t>
                        </m:r>
                      </m:e>
                    </m:func>
                  </m:oMath>
                </a14:m>
                <a:r>
                  <a:rPr lang="en-US" sz="1600" dirty="0"/>
                  <a:t> is approximately  </a:t>
                </a:r>
                <a14:m>
                  <m:oMath xmlns:m="http://schemas.openxmlformats.org/officeDocument/2006/math">
                    <m:func>
                      <m:funcPr>
                        <m:ctrlPr>
                          <a:rPr lang="en-US" sz="1600" b="0" i="1" smtClean="0">
                            <a:latin typeface="Cambria Math" panose="02040503050406030204" pitchFamily="18" charset="0"/>
                          </a:rPr>
                        </m:ctrlPr>
                      </m:funcPr>
                      <m:fName>
                        <m:sSub>
                          <m:sSubPr>
                            <m:ctrlPr>
                              <a:rPr lang="en-US" sz="1600" b="0" i="1" smtClean="0">
                                <a:latin typeface="Cambria Math" panose="02040503050406030204" pitchFamily="18" charset="0"/>
                              </a:rPr>
                            </m:ctrlPr>
                          </m:sSubPr>
                          <m:e>
                            <m:r>
                              <a:rPr lang="en-US" sz="1600" b="0" i="0" smtClean="0">
                                <a:latin typeface="Cambria Math" panose="02040503050406030204" pitchFamily="18" charset="0"/>
                              </a:rPr>
                              <m:t>1.44 ∗ </m:t>
                            </m:r>
                            <m:r>
                              <m:rPr>
                                <m:sty m:val="p"/>
                              </m:rPr>
                              <a:rPr lang="en-US" sz="1600" b="0" i="0" smtClean="0">
                                <a:latin typeface="Cambria Math" panose="02040503050406030204" pitchFamily="18" charset="0"/>
                              </a:rPr>
                              <m:t>log</m:t>
                            </m:r>
                          </m:e>
                          <m:sub>
                            <m:r>
                              <a:rPr lang="en-US" sz="1600" b="0" i="1" smtClean="0">
                                <a:latin typeface="Cambria Math" panose="02040503050406030204" pitchFamily="18" charset="0"/>
                              </a:rPr>
                              <m:t>2</m:t>
                            </m:r>
                          </m:sub>
                        </m:sSub>
                      </m:fName>
                      <m:e>
                        <m:r>
                          <a:rPr lang="en-US" sz="1600" b="0" i="1" smtClean="0">
                            <a:latin typeface="Cambria Math" panose="02040503050406030204" pitchFamily="18" charset="0"/>
                          </a:rPr>
                          <m:t>𝑥</m:t>
                        </m:r>
                      </m:e>
                    </m:func>
                    <m:r>
                      <a:rPr lang="en-US" sz="1600" b="0" i="1" smtClean="0">
                        <a:latin typeface="Cambria Math" panose="02040503050406030204" pitchFamily="18" charset="0"/>
                      </a:rPr>
                      <m:t>  </m:t>
                    </m:r>
                  </m:oMath>
                </a14:m>
                <a:endParaRPr lang="en-US" sz="1600" dirty="0"/>
              </a:p>
            </p:txBody>
          </p:sp>
        </mc:Choice>
        <mc:Fallback xmlns="">
          <p:sp>
            <p:nvSpPr>
              <p:cNvPr id="9" name="Speech Bubble: Rectangle with Corners Rounded 8">
                <a:extLst>
                  <a:ext uri="{FF2B5EF4-FFF2-40B4-BE49-F238E27FC236}">
                    <a16:creationId xmlns:a16="http://schemas.microsoft.com/office/drawing/2014/main" id="{B2E5743B-6356-322F-CEE0-7E3B7169F9FB}"/>
                  </a:ext>
                </a:extLst>
              </p:cNvPr>
              <p:cNvSpPr>
                <a:spLocks noRot="1" noChangeAspect="1" noMove="1" noResize="1" noEditPoints="1" noAdjustHandles="1" noChangeArrowheads="1" noChangeShapeType="1" noTextEdit="1"/>
              </p:cNvSpPr>
              <p:nvPr/>
            </p:nvSpPr>
            <p:spPr>
              <a:xfrm>
                <a:off x="715108" y="4198327"/>
                <a:ext cx="1825869" cy="823804"/>
              </a:xfrm>
              <a:prstGeom prst="wedgeRoundRectCallout">
                <a:avLst>
                  <a:gd name="adj1" fmla="val 23415"/>
                  <a:gd name="adj2" fmla="val 108290"/>
                  <a:gd name="adj3" fmla="val 16667"/>
                </a:avLst>
              </a:prstGeom>
              <a:blipFill>
                <a:blip r:embed="rId4"/>
                <a:stretch>
                  <a:fillRect t="-2778"/>
                </a:stretch>
              </a:blipFill>
            </p:spPr>
            <p:txBody>
              <a:bodyPr/>
              <a:lstStyle/>
              <a:p>
                <a:r>
                  <a:rPr lang="en-US">
                    <a:noFill/>
                  </a:rPr>
                  <a:t> </a:t>
                </a:r>
              </a:p>
            </p:txBody>
          </p:sp>
        </mc:Fallback>
      </mc:AlternateContent>
    </p:spTree>
    <p:extLst>
      <p:ext uri="{BB962C8B-B14F-4D97-AF65-F5344CB8AC3E}">
        <p14:creationId xmlns:p14="http://schemas.microsoft.com/office/powerpoint/2010/main" val="3256217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Straight Connector 78">
            <a:extLst>
              <a:ext uri="{FF2B5EF4-FFF2-40B4-BE49-F238E27FC236}">
                <a16:creationId xmlns:a16="http://schemas.microsoft.com/office/drawing/2014/main" id="{B8A90AF0-FD28-F937-206F-75AC89CEBE1A}"/>
              </a:ext>
            </a:extLst>
          </p:cNvPr>
          <p:cNvCxnSpPr>
            <a:cxnSpLocks/>
            <a:stCxn id="80" idx="1"/>
            <a:endCxn id="73" idx="1"/>
          </p:cNvCxnSpPr>
          <p:nvPr/>
        </p:nvCxnSpPr>
        <p:spPr>
          <a:xfrm flipV="1">
            <a:off x="762957" y="2748177"/>
            <a:ext cx="384308" cy="5690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D3E2B64-29C2-72E1-5722-DB33C7FDB3F3}"/>
              </a:ext>
            </a:extLst>
          </p:cNvPr>
          <p:cNvSpPr>
            <a:spLocks noGrp="1"/>
          </p:cNvSpPr>
          <p:nvPr>
            <p:ph type="title"/>
          </p:nvPr>
        </p:nvSpPr>
        <p:spPr/>
        <p:txBody>
          <a:bodyPr/>
          <a:lstStyle/>
          <a:p>
            <a:r>
              <a:rPr lang="en-US" dirty="0"/>
              <a:t>How we maintain the balance value</a:t>
            </a:r>
          </a:p>
        </p:txBody>
      </p:sp>
      <p:sp>
        <p:nvSpPr>
          <p:cNvPr id="3" name="Content Placeholder 2">
            <a:extLst>
              <a:ext uri="{FF2B5EF4-FFF2-40B4-BE49-F238E27FC236}">
                <a16:creationId xmlns:a16="http://schemas.microsoft.com/office/drawing/2014/main" id="{E9C4DAA1-5955-98F2-0ADB-9E947B69B08B}"/>
              </a:ext>
            </a:extLst>
          </p:cNvPr>
          <p:cNvSpPr>
            <a:spLocks noGrp="1"/>
          </p:cNvSpPr>
          <p:nvPr>
            <p:ph idx="1"/>
          </p:nvPr>
        </p:nvSpPr>
        <p:spPr>
          <a:xfrm>
            <a:off x="7921987" y="1358781"/>
            <a:ext cx="3876860" cy="4363626"/>
          </a:xfrm>
        </p:spPr>
        <p:txBody>
          <a:bodyPr>
            <a:normAutofit fontScale="85000" lnSpcReduction="20000"/>
          </a:bodyPr>
          <a:lstStyle/>
          <a:p>
            <a:r>
              <a:rPr lang="en-US" dirty="0"/>
              <a:t>See that height only </a:t>
            </a:r>
            <a:r>
              <a:rPr lang="en-US" dirty="0">
                <a:solidFill>
                  <a:schemeClr val="accent3"/>
                </a:solidFill>
              </a:rPr>
              <a:t>changes when we add or remove nodes</a:t>
            </a:r>
          </a:p>
          <a:p>
            <a:pPr lvl="1"/>
            <a:r>
              <a:rPr lang="en-US" dirty="0"/>
              <a:t>Balance values only </a:t>
            </a:r>
            <a:r>
              <a:rPr lang="en-US" dirty="0">
                <a:solidFill>
                  <a:schemeClr val="accent4"/>
                </a:solidFill>
              </a:rPr>
              <a:t>change along the path</a:t>
            </a:r>
            <a:r>
              <a:rPr lang="en-US" dirty="0"/>
              <a:t> from the modified nodes to the root</a:t>
            </a:r>
          </a:p>
          <a:p>
            <a:pPr lvl="1"/>
            <a:r>
              <a:rPr lang="en-US" dirty="0"/>
              <a:t>After modification, we calculate new balance value along the path and fix any error along the way using </a:t>
            </a:r>
            <a:r>
              <a:rPr lang="en-US" dirty="0">
                <a:solidFill>
                  <a:schemeClr val="accent5"/>
                </a:solidFill>
              </a:rPr>
              <a:t>rotation operation</a:t>
            </a:r>
          </a:p>
        </p:txBody>
      </p:sp>
      <p:cxnSp>
        <p:nvCxnSpPr>
          <p:cNvPr id="4" name="Straight Connector 3">
            <a:extLst>
              <a:ext uri="{FF2B5EF4-FFF2-40B4-BE49-F238E27FC236}">
                <a16:creationId xmlns:a16="http://schemas.microsoft.com/office/drawing/2014/main" id="{A627CA0B-813A-DFF5-AA85-CA03C5A9E7D4}"/>
              </a:ext>
            </a:extLst>
          </p:cNvPr>
          <p:cNvCxnSpPr>
            <a:cxnSpLocks/>
            <a:stCxn id="10" idx="1"/>
            <a:endCxn id="7" idx="1"/>
          </p:cNvCxnSpPr>
          <p:nvPr/>
        </p:nvCxnSpPr>
        <p:spPr>
          <a:xfrm flipH="1" flipV="1">
            <a:off x="4091627" y="1594312"/>
            <a:ext cx="571476" cy="5475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495409-C5CF-13A7-3941-FB345246E64A}"/>
              </a:ext>
            </a:extLst>
          </p:cNvPr>
          <p:cNvCxnSpPr>
            <a:cxnSpLocks/>
            <a:stCxn id="8" idx="1"/>
            <a:endCxn id="7" idx="1"/>
          </p:cNvCxnSpPr>
          <p:nvPr/>
        </p:nvCxnSpPr>
        <p:spPr>
          <a:xfrm flipV="1">
            <a:off x="3520152" y="1594312"/>
            <a:ext cx="571475" cy="5475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51F002E-8AA4-DBDC-931A-8FB45A73D248}"/>
              </a:ext>
            </a:extLst>
          </p:cNvPr>
          <p:cNvCxnSpPr>
            <a:cxnSpLocks/>
            <a:stCxn id="9" idx="1"/>
            <a:endCxn id="8" idx="1"/>
          </p:cNvCxnSpPr>
          <p:nvPr/>
        </p:nvCxnSpPr>
        <p:spPr>
          <a:xfrm flipH="1" flipV="1">
            <a:off x="3520152" y="2141909"/>
            <a:ext cx="334965" cy="64055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C617E66C-85E3-88FA-DB5B-2319330DA5D6}"/>
              </a:ext>
            </a:extLst>
          </p:cNvPr>
          <p:cNvSpPr/>
          <p:nvPr/>
        </p:nvSpPr>
        <p:spPr>
          <a:xfrm>
            <a:off x="3900159" y="140284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8" name="Arc 7">
            <a:extLst>
              <a:ext uri="{FF2B5EF4-FFF2-40B4-BE49-F238E27FC236}">
                <a16:creationId xmlns:a16="http://schemas.microsoft.com/office/drawing/2014/main" id="{7C254579-CCCD-BC80-9D6D-65DB8580B9C9}"/>
              </a:ext>
            </a:extLst>
          </p:cNvPr>
          <p:cNvSpPr/>
          <p:nvPr/>
        </p:nvSpPr>
        <p:spPr>
          <a:xfrm>
            <a:off x="3328684" y="19504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9" name="Arc 8">
            <a:extLst>
              <a:ext uri="{FF2B5EF4-FFF2-40B4-BE49-F238E27FC236}">
                <a16:creationId xmlns:a16="http://schemas.microsoft.com/office/drawing/2014/main" id="{B0B50F2C-CE98-741B-8403-98C62F80789F}"/>
              </a:ext>
            </a:extLst>
          </p:cNvPr>
          <p:cNvSpPr/>
          <p:nvPr/>
        </p:nvSpPr>
        <p:spPr>
          <a:xfrm>
            <a:off x="3663649" y="259099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10" name="Arc 9">
            <a:extLst>
              <a:ext uri="{FF2B5EF4-FFF2-40B4-BE49-F238E27FC236}">
                <a16:creationId xmlns:a16="http://schemas.microsoft.com/office/drawing/2014/main" id="{1B7CAE67-4F93-3A78-7DEB-3E4AF98865F2}"/>
              </a:ext>
            </a:extLst>
          </p:cNvPr>
          <p:cNvSpPr/>
          <p:nvPr/>
        </p:nvSpPr>
        <p:spPr>
          <a:xfrm>
            <a:off x="4471635" y="19504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70</a:t>
            </a:r>
            <a:endParaRPr lang="th-TH" sz="2000" dirty="0">
              <a:solidFill>
                <a:sysClr val="windowText" lastClr="000000"/>
              </a:solidFill>
            </a:endParaRPr>
          </a:p>
        </p:txBody>
      </p:sp>
      <p:sp>
        <p:nvSpPr>
          <p:cNvPr id="13" name="TextBox 12">
            <a:extLst>
              <a:ext uri="{FF2B5EF4-FFF2-40B4-BE49-F238E27FC236}">
                <a16:creationId xmlns:a16="http://schemas.microsoft.com/office/drawing/2014/main" id="{6A704461-D82D-1DBB-BBAA-80C848792F3D}"/>
              </a:ext>
            </a:extLst>
          </p:cNvPr>
          <p:cNvSpPr txBox="1"/>
          <p:nvPr/>
        </p:nvSpPr>
        <p:spPr>
          <a:xfrm>
            <a:off x="3754941" y="1163025"/>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4" name="TextBox 13">
            <a:extLst>
              <a:ext uri="{FF2B5EF4-FFF2-40B4-BE49-F238E27FC236}">
                <a16:creationId xmlns:a16="http://schemas.microsoft.com/office/drawing/2014/main" id="{A388DADB-10B6-7869-B384-4E078B734461}"/>
              </a:ext>
            </a:extLst>
          </p:cNvPr>
          <p:cNvSpPr txBox="1"/>
          <p:nvPr/>
        </p:nvSpPr>
        <p:spPr>
          <a:xfrm>
            <a:off x="3267011" y="1678877"/>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5" name="TextBox 14">
            <a:extLst>
              <a:ext uri="{FF2B5EF4-FFF2-40B4-BE49-F238E27FC236}">
                <a16:creationId xmlns:a16="http://schemas.microsoft.com/office/drawing/2014/main" id="{E76E29C5-310E-493E-C5DE-D432C8E04424}"/>
              </a:ext>
            </a:extLst>
          </p:cNvPr>
          <p:cNvSpPr txBox="1"/>
          <p:nvPr/>
        </p:nvSpPr>
        <p:spPr>
          <a:xfrm>
            <a:off x="3431778" y="2498038"/>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6" name="TextBox 15">
            <a:extLst>
              <a:ext uri="{FF2B5EF4-FFF2-40B4-BE49-F238E27FC236}">
                <a16:creationId xmlns:a16="http://schemas.microsoft.com/office/drawing/2014/main" id="{176563C7-66ED-9550-5F22-B6830DA7BFCE}"/>
              </a:ext>
            </a:extLst>
          </p:cNvPr>
          <p:cNvSpPr txBox="1"/>
          <p:nvPr/>
        </p:nvSpPr>
        <p:spPr>
          <a:xfrm>
            <a:off x="4714178" y="1678877"/>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34" name="Arrow: Right 33">
            <a:extLst>
              <a:ext uri="{FF2B5EF4-FFF2-40B4-BE49-F238E27FC236}">
                <a16:creationId xmlns:a16="http://schemas.microsoft.com/office/drawing/2014/main" id="{B13C572D-0224-6FAB-1EE7-AB808B6A06DA}"/>
              </a:ext>
            </a:extLst>
          </p:cNvPr>
          <p:cNvSpPr/>
          <p:nvPr/>
        </p:nvSpPr>
        <p:spPr>
          <a:xfrm rot="5400000">
            <a:off x="6650975" y="3949498"/>
            <a:ext cx="631290" cy="704919"/>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800" dirty="0"/>
              <a:t>fix</a:t>
            </a:r>
          </a:p>
        </p:txBody>
      </p:sp>
      <p:cxnSp>
        <p:nvCxnSpPr>
          <p:cNvPr id="36" name="Straight Connector 35">
            <a:extLst>
              <a:ext uri="{FF2B5EF4-FFF2-40B4-BE49-F238E27FC236}">
                <a16:creationId xmlns:a16="http://schemas.microsoft.com/office/drawing/2014/main" id="{4F48B693-FA31-DC82-94CF-8994D5875D3B}"/>
              </a:ext>
            </a:extLst>
          </p:cNvPr>
          <p:cNvCxnSpPr>
            <a:cxnSpLocks/>
            <a:stCxn id="39" idx="1"/>
            <a:endCxn id="38" idx="1"/>
          </p:cNvCxnSpPr>
          <p:nvPr/>
        </p:nvCxnSpPr>
        <p:spPr>
          <a:xfrm flipV="1">
            <a:off x="6390347" y="5318226"/>
            <a:ext cx="553399" cy="564151"/>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70C9C83-F712-BF38-7991-EFCE9D7B9723}"/>
              </a:ext>
            </a:extLst>
          </p:cNvPr>
          <p:cNvCxnSpPr>
            <a:cxnSpLocks/>
            <a:stCxn id="40" idx="1"/>
            <a:endCxn id="38" idx="1"/>
          </p:cNvCxnSpPr>
          <p:nvPr/>
        </p:nvCxnSpPr>
        <p:spPr>
          <a:xfrm flipH="1" flipV="1">
            <a:off x="6943746" y="5318226"/>
            <a:ext cx="553398" cy="57009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Arc 37">
            <a:extLst>
              <a:ext uri="{FF2B5EF4-FFF2-40B4-BE49-F238E27FC236}">
                <a16:creationId xmlns:a16="http://schemas.microsoft.com/office/drawing/2014/main" id="{322E9B23-5974-486D-1D7B-C06343CE6A02}"/>
              </a:ext>
            </a:extLst>
          </p:cNvPr>
          <p:cNvSpPr/>
          <p:nvPr/>
        </p:nvSpPr>
        <p:spPr>
          <a:xfrm>
            <a:off x="6752278" y="512675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39" name="Arc 38">
            <a:extLst>
              <a:ext uri="{FF2B5EF4-FFF2-40B4-BE49-F238E27FC236}">
                <a16:creationId xmlns:a16="http://schemas.microsoft.com/office/drawing/2014/main" id="{1BBC4B0E-2676-20C3-C2C3-F4CE940EE8D0}"/>
              </a:ext>
            </a:extLst>
          </p:cNvPr>
          <p:cNvSpPr/>
          <p:nvPr/>
        </p:nvSpPr>
        <p:spPr>
          <a:xfrm>
            <a:off x="6198879" y="569090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40" name="Arc 39">
            <a:extLst>
              <a:ext uri="{FF2B5EF4-FFF2-40B4-BE49-F238E27FC236}">
                <a16:creationId xmlns:a16="http://schemas.microsoft.com/office/drawing/2014/main" id="{63E12259-F93B-C193-4A81-89CCDDC1E6A9}"/>
              </a:ext>
            </a:extLst>
          </p:cNvPr>
          <p:cNvSpPr/>
          <p:nvPr/>
        </p:nvSpPr>
        <p:spPr>
          <a:xfrm>
            <a:off x="7305676" y="569684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42" name="TextBox 41">
            <a:extLst>
              <a:ext uri="{FF2B5EF4-FFF2-40B4-BE49-F238E27FC236}">
                <a16:creationId xmlns:a16="http://schemas.microsoft.com/office/drawing/2014/main" id="{4AB4739D-D28E-0DAA-9328-92B26BDEC162}"/>
              </a:ext>
            </a:extLst>
          </p:cNvPr>
          <p:cNvSpPr txBox="1"/>
          <p:nvPr/>
        </p:nvSpPr>
        <p:spPr>
          <a:xfrm>
            <a:off x="6197633" y="5414631"/>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43" name="TextBox 42">
            <a:extLst>
              <a:ext uri="{FF2B5EF4-FFF2-40B4-BE49-F238E27FC236}">
                <a16:creationId xmlns:a16="http://schemas.microsoft.com/office/drawing/2014/main" id="{3FB6F814-EA76-D97D-F9F4-9153285D11EC}"/>
              </a:ext>
            </a:extLst>
          </p:cNvPr>
          <p:cNvSpPr txBox="1"/>
          <p:nvPr/>
        </p:nvSpPr>
        <p:spPr>
          <a:xfrm>
            <a:off x="7359543" y="5414630"/>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44" name="TextBox 43">
            <a:extLst>
              <a:ext uri="{FF2B5EF4-FFF2-40B4-BE49-F238E27FC236}">
                <a16:creationId xmlns:a16="http://schemas.microsoft.com/office/drawing/2014/main" id="{81ED815F-0100-713E-21D3-375F39390282}"/>
              </a:ext>
            </a:extLst>
          </p:cNvPr>
          <p:cNvSpPr txBox="1"/>
          <p:nvPr/>
        </p:nvSpPr>
        <p:spPr>
          <a:xfrm>
            <a:off x="6870800" y="4827509"/>
            <a:ext cx="349645" cy="523220"/>
          </a:xfrm>
          <a:prstGeom prst="rect">
            <a:avLst/>
          </a:prstGeom>
          <a:noFill/>
        </p:spPr>
        <p:txBody>
          <a:bodyPr wrap="square" rtlCol="0">
            <a:spAutoFit/>
          </a:bodyPr>
          <a:lstStyle/>
          <a:p>
            <a:r>
              <a:rPr lang="en-US" sz="1400" dirty="0">
                <a:solidFill>
                  <a:schemeClr val="accent6"/>
                </a:solidFill>
              </a:rPr>
              <a:t>02</a:t>
            </a:r>
            <a:endParaRPr lang="en-US" sz="2000" dirty="0">
              <a:solidFill>
                <a:schemeClr val="accent6"/>
              </a:solidFill>
            </a:endParaRPr>
          </a:p>
        </p:txBody>
      </p:sp>
      <p:cxnSp>
        <p:nvCxnSpPr>
          <p:cNvPr id="54" name="Straight Connector 53">
            <a:extLst>
              <a:ext uri="{FF2B5EF4-FFF2-40B4-BE49-F238E27FC236}">
                <a16:creationId xmlns:a16="http://schemas.microsoft.com/office/drawing/2014/main" id="{D88A7CC1-C58E-B8A1-5B41-596E95BA8E2C}"/>
              </a:ext>
            </a:extLst>
          </p:cNvPr>
          <p:cNvCxnSpPr>
            <a:cxnSpLocks/>
            <a:stCxn id="57" idx="1"/>
            <a:endCxn id="56" idx="1"/>
          </p:cNvCxnSpPr>
          <p:nvPr/>
        </p:nvCxnSpPr>
        <p:spPr>
          <a:xfrm flipV="1">
            <a:off x="6533600" y="1630399"/>
            <a:ext cx="567635" cy="5475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3FB3FA7-8F0D-FD80-50CC-999599BC7D54}"/>
              </a:ext>
            </a:extLst>
          </p:cNvPr>
          <p:cNvCxnSpPr>
            <a:cxnSpLocks/>
            <a:stCxn id="58" idx="1"/>
            <a:endCxn id="57" idx="1"/>
          </p:cNvCxnSpPr>
          <p:nvPr/>
        </p:nvCxnSpPr>
        <p:spPr>
          <a:xfrm flipH="1" flipV="1">
            <a:off x="6533600" y="2177996"/>
            <a:ext cx="334965" cy="64055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56" name="Arc 55">
            <a:extLst>
              <a:ext uri="{FF2B5EF4-FFF2-40B4-BE49-F238E27FC236}">
                <a16:creationId xmlns:a16="http://schemas.microsoft.com/office/drawing/2014/main" id="{C1F5BC87-0AF1-EF69-8785-03864FDB903F}"/>
              </a:ext>
            </a:extLst>
          </p:cNvPr>
          <p:cNvSpPr/>
          <p:nvPr/>
        </p:nvSpPr>
        <p:spPr>
          <a:xfrm>
            <a:off x="6909767" y="143893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57" name="Arc 56">
            <a:extLst>
              <a:ext uri="{FF2B5EF4-FFF2-40B4-BE49-F238E27FC236}">
                <a16:creationId xmlns:a16="http://schemas.microsoft.com/office/drawing/2014/main" id="{41FDC91E-A0C3-9459-5092-0A5DE354D025}"/>
              </a:ext>
            </a:extLst>
          </p:cNvPr>
          <p:cNvSpPr/>
          <p:nvPr/>
        </p:nvSpPr>
        <p:spPr>
          <a:xfrm>
            <a:off x="6342132" y="198652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58" name="Arc 57">
            <a:extLst>
              <a:ext uri="{FF2B5EF4-FFF2-40B4-BE49-F238E27FC236}">
                <a16:creationId xmlns:a16="http://schemas.microsoft.com/office/drawing/2014/main" id="{53125892-DD28-2A3B-0A83-B7CC3D71C4BA}"/>
              </a:ext>
            </a:extLst>
          </p:cNvPr>
          <p:cNvSpPr/>
          <p:nvPr/>
        </p:nvSpPr>
        <p:spPr>
          <a:xfrm>
            <a:off x="6677097" y="262708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60" name="TextBox 59">
            <a:extLst>
              <a:ext uri="{FF2B5EF4-FFF2-40B4-BE49-F238E27FC236}">
                <a16:creationId xmlns:a16="http://schemas.microsoft.com/office/drawing/2014/main" id="{5A879015-A0A7-2903-31D4-D870A13375AE}"/>
              </a:ext>
            </a:extLst>
          </p:cNvPr>
          <p:cNvSpPr txBox="1"/>
          <p:nvPr/>
        </p:nvSpPr>
        <p:spPr>
          <a:xfrm>
            <a:off x="6768389" y="1199112"/>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61" name="TextBox 60">
            <a:extLst>
              <a:ext uri="{FF2B5EF4-FFF2-40B4-BE49-F238E27FC236}">
                <a16:creationId xmlns:a16="http://schemas.microsoft.com/office/drawing/2014/main" id="{72392D30-E93D-37C6-4F94-36D6F7FB6C59}"/>
              </a:ext>
            </a:extLst>
          </p:cNvPr>
          <p:cNvSpPr txBox="1"/>
          <p:nvPr/>
        </p:nvSpPr>
        <p:spPr>
          <a:xfrm>
            <a:off x="6280459" y="1714964"/>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62" name="TextBox 61">
            <a:extLst>
              <a:ext uri="{FF2B5EF4-FFF2-40B4-BE49-F238E27FC236}">
                <a16:creationId xmlns:a16="http://schemas.microsoft.com/office/drawing/2014/main" id="{9CA43504-2461-0694-B404-8B461C3F5AFD}"/>
              </a:ext>
            </a:extLst>
          </p:cNvPr>
          <p:cNvSpPr txBox="1"/>
          <p:nvPr/>
        </p:nvSpPr>
        <p:spPr>
          <a:xfrm>
            <a:off x="6445226" y="2534125"/>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cxnSp>
        <p:nvCxnSpPr>
          <p:cNvPr id="68" name="Straight Connector 67">
            <a:extLst>
              <a:ext uri="{FF2B5EF4-FFF2-40B4-BE49-F238E27FC236}">
                <a16:creationId xmlns:a16="http://schemas.microsoft.com/office/drawing/2014/main" id="{A2442200-65F6-C259-4161-F28207F4BEAD}"/>
              </a:ext>
            </a:extLst>
          </p:cNvPr>
          <p:cNvCxnSpPr>
            <a:cxnSpLocks/>
            <a:stCxn id="74" idx="1"/>
            <a:endCxn id="71" idx="1"/>
          </p:cNvCxnSpPr>
          <p:nvPr/>
        </p:nvCxnSpPr>
        <p:spPr>
          <a:xfrm flipH="1" flipV="1">
            <a:off x="1309494" y="1560022"/>
            <a:ext cx="645757" cy="5475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7E20AB2-8B4D-BFB6-D091-DCB860B0E923}"/>
              </a:ext>
            </a:extLst>
          </p:cNvPr>
          <p:cNvCxnSpPr>
            <a:cxnSpLocks/>
            <a:stCxn id="72" idx="1"/>
            <a:endCxn id="71" idx="1"/>
          </p:cNvCxnSpPr>
          <p:nvPr/>
        </p:nvCxnSpPr>
        <p:spPr>
          <a:xfrm flipV="1">
            <a:off x="663738" y="1560022"/>
            <a:ext cx="645756" cy="5475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8353E63-D176-50B5-C0FF-136917219E3E}"/>
              </a:ext>
            </a:extLst>
          </p:cNvPr>
          <p:cNvCxnSpPr>
            <a:cxnSpLocks/>
            <a:stCxn id="73" idx="1"/>
            <a:endCxn id="72" idx="1"/>
          </p:cNvCxnSpPr>
          <p:nvPr/>
        </p:nvCxnSpPr>
        <p:spPr>
          <a:xfrm flipH="1" flipV="1">
            <a:off x="663738" y="2107619"/>
            <a:ext cx="483527" cy="64055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71" name="Arc 70">
            <a:extLst>
              <a:ext uri="{FF2B5EF4-FFF2-40B4-BE49-F238E27FC236}">
                <a16:creationId xmlns:a16="http://schemas.microsoft.com/office/drawing/2014/main" id="{87D76601-06E8-9B00-8051-3D66FFB5BF3E}"/>
              </a:ext>
            </a:extLst>
          </p:cNvPr>
          <p:cNvSpPr/>
          <p:nvPr/>
        </p:nvSpPr>
        <p:spPr>
          <a:xfrm>
            <a:off x="1118026" y="136855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72" name="Arc 71">
            <a:extLst>
              <a:ext uri="{FF2B5EF4-FFF2-40B4-BE49-F238E27FC236}">
                <a16:creationId xmlns:a16="http://schemas.microsoft.com/office/drawing/2014/main" id="{C57549D6-2556-7584-B0F2-D2EA5EB8EA5F}"/>
              </a:ext>
            </a:extLst>
          </p:cNvPr>
          <p:cNvSpPr/>
          <p:nvPr/>
        </p:nvSpPr>
        <p:spPr>
          <a:xfrm>
            <a:off x="472270" y="191615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73" name="Arc 72">
            <a:extLst>
              <a:ext uri="{FF2B5EF4-FFF2-40B4-BE49-F238E27FC236}">
                <a16:creationId xmlns:a16="http://schemas.microsoft.com/office/drawing/2014/main" id="{E9F203E5-D14B-DB7E-CB51-2FE739D6BE26}"/>
              </a:ext>
            </a:extLst>
          </p:cNvPr>
          <p:cNvSpPr/>
          <p:nvPr/>
        </p:nvSpPr>
        <p:spPr>
          <a:xfrm>
            <a:off x="955797" y="255670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74" name="Arc 73">
            <a:extLst>
              <a:ext uri="{FF2B5EF4-FFF2-40B4-BE49-F238E27FC236}">
                <a16:creationId xmlns:a16="http://schemas.microsoft.com/office/drawing/2014/main" id="{C9C7A42F-F1DB-C5E0-9F04-92DD011E600B}"/>
              </a:ext>
            </a:extLst>
          </p:cNvPr>
          <p:cNvSpPr/>
          <p:nvPr/>
        </p:nvSpPr>
        <p:spPr>
          <a:xfrm>
            <a:off x="1763783" y="191615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70</a:t>
            </a:r>
            <a:endParaRPr lang="th-TH" sz="2000" dirty="0">
              <a:solidFill>
                <a:sysClr val="windowText" lastClr="000000"/>
              </a:solidFill>
            </a:endParaRPr>
          </a:p>
        </p:txBody>
      </p:sp>
      <p:sp>
        <p:nvSpPr>
          <p:cNvPr id="75" name="TextBox 74">
            <a:extLst>
              <a:ext uri="{FF2B5EF4-FFF2-40B4-BE49-F238E27FC236}">
                <a16:creationId xmlns:a16="http://schemas.microsoft.com/office/drawing/2014/main" id="{9954B75B-B66E-BC91-E870-9EE04209F5F6}"/>
              </a:ext>
            </a:extLst>
          </p:cNvPr>
          <p:cNvSpPr txBox="1"/>
          <p:nvPr/>
        </p:nvSpPr>
        <p:spPr>
          <a:xfrm>
            <a:off x="1047089" y="1128735"/>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76" name="TextBox 75">
            <a:extLst>
              <a:ext uri="{FF2B5EF4-FFF2-40B4-BE49-F238E27FC236}">
                <a16:creationId xmlns:a16="http://schemas.microsoft.com/office/drawing/2014/main" id="{64C9AC08-C143-4691-311B-EFD7564AB8EC}"/>
              </a:ext>
            </a:extLst>
          </p:cNvPr>
          <p:cNvSpPr txBox="1"/>
          <p:nvPr/>
        </p:nvSpPr>
        <p:spPr>
          <a:xfrm>
            <a:off x="559159" y="1644587"/>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77" name="TextBox 76">
            <a:extLst>
              <a:ext uri="{FF2B5EF4-FFF2-40B4-BE49-F238E27FC236}">
                <a16:creationId xmlns:a16="http://schemas.microsoft.com/office/drawing/2014/main" id="{1DB9EC90-A806-0020-5C73-DE00FE3A7B16}"/>
              </a:ext>
            </a:extLst>
          </p:cNvPr>
          <p:cNvSpPr txBox="1"/>
          <p:nvPr/>
        </p:nvSpPr>
        <p:spPr>
          <a:xfrm>
            <a:off x="633212" y="2464523"/>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78" name="TextBox 77">
            <a:extLst>
              <a:ext uri="{FF2B5EF4-FFF2-40B4-BE49-F238E27FC236}">
                <a16:creationId xmlns:a16="http://schemas.microsoft.com/office/drawing/2014/main" id="{51CB080A-06F1-282A-413F-ED57015582D4}"/>
              </a:ext>
            </a:extLst>
          </p:cNvPr>
          <p:cNvSpPr txBox="1"/>
          <p:nvPr/>
        </p:nvSpPr>
        <p:spPr>
          <a:xfrm>
            <a:off x="2006326" y="1644587"/>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80" name="Arc 79">
            <a:extLst>
              <a:ext uri="{FF2B5EF4-FFF2-40B4-BE49-F238E27FC236}">
                <a16:creationId xmlns:a16="http://schemas.microsoft.com/office/drawing/2014/main" id="{DC47382E-026E-3F17-0AF4-B9D684533FD9}"/>
              </a:ext>
            </a:extLst>
          </p:cNvPr>
          <p:cNvSpPr/>
          <p:nvPr/>
        </p:nvSpPr>
        <p:spPr>
          <a:xfrm>
            <a:off x="571489" y="312578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50</a:t>
            </a:r>
            <a:endParaRPr lang="th-TH" sz="2000" dirty="0">
              <a:solidFill>
                <a:sysClr val="windowText" lastClr="000000"/>
              </a:solidFill>
            </a:endParaRPr>
          </a:p>
        </p:txBody>
      </p:sp>
      <p:sp>
        <p:nvSpPr>
          <p:cNvPr id="83" name="TextBox 82">
            <a:extLst>
              <a:ext uri="{FF2B5EF4-FFF2-40B4-BE49-F238E27FC236}">
                <a16:creationId xmlns:a16="http://schemas.microsoft.com/office/drawing/2014/main" id="{6BBAF0E7-A538-6804-F373-5F181D81A407}"/>
              </a:ext>
            </a:extLst>
          </p:cNvPr>
          <p:cNvSpPr txBox="1"/>
          <p:nvPr/>
        </p:nvSpPr>
        <p:spPr>
          <a:xfrm>
            <a:off x="406339" y="2923344"/>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cxnSp>
        <p:nvCxnSpPr>
          <p:cNvPr id="87" name="Straight Connector 86">
            <a:extLst>
              <a:ext uri="{FF2B5EF4-FFF2-40B4-BE49-F238E27FC236}">
                <a16:creationId xmlns:a16="http://schemas.microsoft.com/office/drawing/2014/main" id="{326A04C5-1F42-5A26-1FBA-4FA96D079FC8}"/>
              </a:ext>
            </a:extLst>
          </p:cNvPr>
          <p:cNvCxnSpPr>
            <a:cxnSpLocks/>
            <a:stCxn id="99" idx="1"/>
            <a:endCxn id="92" idx="1"/>
          </p:cNvCxnSpPr>
          <p:nvPr/>
        </p:nvCxnSpPr>
        <p:spPr>
          <a:xfrm flipV="1">
            <a:off x="309167" y="5688961"/>
            <a:ext cx="396467" cy="63543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F99F247-F3DB-5D7C-53C0-80E4F590D8EA}"/>
              </a:ext>
            </a:extLst>
          </p:cNvPr>
          <p:cNvCxnSpPr>
            <a:cxnSpLocks/>
            <a:stCxn id="94" idx="1"/>
            <a:endCxn id="91" idx="1"/>
          </p:cNvCxnSpPr>
          <p:nvPr/>
        </p:nvCxnSpPr>
        <p:spPr>
          <a:xfrm flipH="1" flipV="1">
            <a:off x="1398785" y="5141364"/>
            <a:ext cx="598362" cy="5475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31CBFB2-03A0-1CB2-1EB8-3BC4D44397F5}"/>
              </a:ext>
            </a:extLst>
          </p:cNvPr>
          <p:cNvCxnSpPr>
            <a:cxnSpLocks/>
            <a:stCxn id="92" idx="1"/>
            <a:endCxn id="91" idx="1"/>
          </p:cNvCxnSpPr>
          <p:nvPr/>
        </p:nvCxnSpPr>
        <p:spPr>
          <a:xfrm flipV="1">
            <a:off x="705634" y="5141364"/>
            <a:ext cx="693151" cy="5475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6D9A239-24DA-27A3-8568-5CAD63FCF927}"/>
              </a:ext>
            </a:extLst>
          </p:cNvPr>
          <p:cNvCxnSpPr>
            <a:cxnSpLocks/>
            <a:stCxn id="93" idx="1"/>
            <a:endCxn id="92" idx="1"/>
          </p:cNvCxnSpPr>
          <p:nvPr/>
        </p:nvCxnSpPr>
        <p:spPr>
          <a:xfrm flipH="1" flipV="1">
            <a:off x="705634" y="5688961"/>
            <a:ext cx="483527" cy="64055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91" name="Arc 90">
            <a:extLst>
              <a:ext uri="{FF2B5EF4-FFF2-40B4-BE49-F238E27FC236}">
                <a16:creationId xmlns:a16="http://schemas.microsoft.com/office/drawing/2014/main" id="{CDA0C357-8640-15A7-5382-FB8DC35348C0}"/>
              </a:ext>
            </a:extLst>
          </p:cNvPr>
          <p:cNvSpPr/>
          <p:nvPr/>
        </p:nvSpPr>
        <p:spPr>
          <a:xfrm>
            <a:off x="1207317" y="494989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92" name="Arc 91">
            <a:extLst>
              <a:ext uri="{FF2B5EF4-FFF2-40B4-BE49-F238E27FC236}">
                <a16:creationId xmlns:a16="http://schemas.microsoft.com/office/drawing/2014/main" id="{4F6ED756-860B-B60C-D2AF-C466A543F522}"/>
              </a:ext>
            </a:extLst>
          </p:cNvPr>
          <p:cNvSpPr/>
          <p:nvPr/>
        </p:nvSpPr>
        <p:spPr>
          <a:xfrm>
            <a:off x="514166" y="549749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50</a:t>
            </a:r>
            <a:endParaRPr lang="th-TH" sz="2000" dirty="0">
              <a:solidFill>
                <a:sysClr val="windowText" lastClr="000000"/>
              </a:solidFill>
            </a:endParaRPr>
          </a:p>
        </p:txBody>
      </p:sp>
      <p:sp>
        <p:nvSpPr>
          <p:cNvPr id="93" name="Arc 92">
            <a:extLst>
              <a:ext uri="{FF2B5EF4-FFF2-40B4-BE49-F238E27FC236}">
                <a16:creationId xmlns:a16="http://schemas.microsoft.com/office/drawing/2014/main" id="{F94FF86E-7723-DDC5-BA64-B5F4B1FB38BC}"/>
              </a:ext>
            </a:extLst>
          </p:cNvPr>
          <p:cNvSpPr/>
          <p:nvPr/>
        </p:nvSpPr>
        <p:spPr>
          <a:xfrm>
            <a:off x="997693" y="613805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94" name="Arc 93">
            <a:extLst>
              <a:ext uri="{FF2B5EF4-FFF2-40B4-BE49-F238E27FC236}">
                <a16:creationId xmlns:a16="http://schemas.microsoft.com/office/drawing/2014/main" id="{10DD3497-A832-90F3-5B9F-5E1FE3CBAE8C}"/>
              </a:ext>
            </a:extLst>
          </p:cNvPr>
          <p:cNvSpPr/>
          <p:nvPr/>
        </p:nvSpPr>
        <p:spPr>
          <a:xfrm>
            <a:off x="1805679" y="549749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70</a:t>
            </a:r>
            <a:endParaRPr lang="th-TH" sz="2000" dirty="0">
              <a:solidFill>
                <a:sysClr val="windowText" lastClr="000000"/>
              </a:solidFill>
            </a:endParaRPr>
          </a:p>
        </p:txBody>
      </p:sp>
      <p:sp>
        <p:nvSpPr>
          <p:cNvPr id="95" name="TextBox 94">
            <a:extLst>
              <a:ext uri="{FF2B5EF4-FFF2-40B4-BE49-F238E27FC236}">
                <a16:creationId xmlns:a16="http://schemas.microsoft.com/office/drawing/2014/main" id="{4A2CEAED-92B7-55BC-26EE-563691C659EE}"/>
              </a:ext>
            </a:extLst>
          </p:cNvPr>
          <p:cNvSpPr txBox="1"/>
          <p:nvPr/>
        </p:nvSpPr>
        <p:spPr>
          <a:xfrm>
            <a:off x="939743" y="4758477"/>
            <a:ext cx="349645" cy="400110"/>
          </a:xfrm>
          <a:prstGeom prst="rect">
            <a:avLst/>
          </a:prstGeom>
          <a:noFill/>
        </p:spPr>
        <p:txBody>
          <a:bodyPr wrap="square" rtlCol="0">
            <a:spAutoFit/>
          </a:bodyPr>
          <a:lstStyle/>
          <a:p>
            <a:r>
              <a:rPr lang="en-US" sz="2000" dirty="0">
                <a:solidFill>
                  <a:schemeClr val="accent6"/>
                </a:solidFill>
              </a:rPr>
              <a:t>0</a:t>
            </a:r>
          </a:p>
        </p:txBody>
      </p:sp>
      <p:sp>
        <p:nvSpPr>
          <p:cNvPr id="98" name="TextBox 97">
            <a:extLst>
              <a:ext uri="{FF2B5EF4-FFF2-40B4-BE49-F238E27FC236}">
                <a16:creationId xmlns:a16="http://schemas.microsoft.com/office/drawing/2014/main" id="{709E304B-B43D-C925-53FA-DC32768FD46A}"/>
              </a:ext>
            </a:extLst>
          </p:cNvPr>
          <p:cNvSpPr txBox="1"/>
          <p:nvPr/>
        </p:nvSpPr>
        <p:spPr>
          <a:xfrm>
            <a:off x="2173438" y="5280538"/>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99" name="Arc 98">
            <a:extLst>
              <a:ext uri="{FF2B5EF4-FFF2-40B4-BE49-F238E27FC236}">
                <a16:creationId xmlns:a16="http://schemas.microsoft.com/office/drawing/2014/main" id="{04E65D4C-8B7C-08F9-444B-6D3295C5F947}"/>
              </a:ext>
            </a:extLst>
          </p:cNvPr>
          <p:cNvSpPr/>
          <p:nvPr/>
        </p:nvSpPr>
        <p:spPr>
          <a:xfrm>
            <a:off x="117699" y="613292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100" name="TextBox 99">
            <a:extLst>
              <a:ext uri="{FF2B5EF4-FFF2-40B4-BE49-F238E27FC236}">
                <a16:creationId xmlns:a16="http://schemas.microsoft.com/office/drawing/2014/main" id="{854200C3-DF63-FF0F-E8D3-0FE65D1AD7F3}"/>
              </a:ext>
            </a:extLst>
          </p:cNvPr>
          <p:cNvSpPr txBox="1"/>
          <p:nvPr/>
        </p:nvSpPr>
        <p:spPr>
          <a:xfrm>
            <a:off x="131659" y="5852484"/>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03" name="TextBox 102">
            <a:extLst>
              <a:ext uri="{FF2B5EF4-FFF2-40B4-BE49-F238E27FC236}">
                <a16:creationId xmlns:a16="http://schemas.microsoft.com/office/drawing/2014/main" id="{6F88F9CB-49B2-1E74-45D4-EF4ABA784505}"/>
              </a:ext>
            </a:extLst>
          </p:cNvPr>
          <p:cNvSpPr txBox="1"/>
          <p:nvPr/>
        </p:nvSpPr>
        <p:spPr>
          <a:xfrm>
            <a:off x="1008259" y="5852484"/>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04" name="TextBox 103">
            <a:extLst>
              <a:ext uri="{FF2B5EF4-FFF2-40B4-BE49-F238E27FC236}">
                <a16:creationId xmlns:a16="http://schemas.microsoft.com/office/drawing/2014/main" id="{DBD09BC7-B0FD-3915-2337-FC506319B9DF}"/>
              </a:ext>
            </a:extLst>
          </p:cNvPr>
          <p:cNvSpPr txBox="1"/>
          <p:nvPr/>
        </p:nvSpPr>
        <p:spPr>
          <a:xfrm>
            <a:off x="570841" y="5227737"/>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11" name="Arrow: Right 110">
            <a:extLst>
              <a:ext uri="{FF2B5EF4-FFF2-40B4-BE49-F238E27FC236}">
                <a16:creationId xmlns:a16="http://schemas.microsoft.com/office/drawing/2014/main" id="{3AD51AF9-3B0D-5347-C85F-CF94EED06935}"/>
              </a:ext>
            </a:extLst>
          </p:cNvPr>
          <p:cNvSpPr/>
          <p:nvPr/>
        </p:nvSpPr>
        <p:spPr>
          <a:xfrm rot="5400000">
            <a:off x="1061451" y="3890064"/>
            <a:ext cx="631290" cy="704919"/>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800" dirty="0"/>
              <a:t>fix</a:t>
            </a:r>
          </a:p>
        </p:txBody>
      </p:sp>
      <p:sp>
        <p:nvSpPr>
          <p:cNvPr id="112" name="Arrow: Right 111">
            <a:extLst>
              <a:ext uri="{FF2B5EF4-FFF2-40B4-BE49-F238E27FC236}">
                <a16:creationId xmlns:a16="http://schemas.microsoft.com/office/drawing/2014/main" id="{E09E76ED-40D7-120A-C0BC-42F7F8A211CB}"/>
              </a:ext>
            </a:extLst>
          </p:cNvPr>
          <p:cNvSpPr/>
          <p:nvPr/>
        </p:nvSpPr>
        <p:spPr>
          <a:xfrm>
            <a:off x="5068031" y="1893459"/>
            <a:ext cx="1037511" cy="569073"/>
          </a:xfrm>
          <a:prstGeom prst="rightArrow">
            <a:avLst>
              <a:gd name="adj1" fmla="val 50000"/>
              <a:gd name="adj2" fmla="val 3544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Delete 70</a:t>
            </a:r>
          </a:p>
        </p:txBody>
      </p:sp>
      <p:sp>
        <p:nvSpPr>
          <p:cNvPr id="113" name="Arrow: Left 112">
            <a:extLst>
              <a:ext uri="{FF2B5EF4-FFF2-40B4-BE49-F238E27FC236}">
                <a16:creationId xmlns:a16="http://schemas.microsoft.com/office/drawing/2014/main" id="{738310BF-FFEF-8B05-F101-53041ECB377D}"/>
              </a:ext>
            </a:extLst>
          </p:cNvPr>
          <p:cNvSpPr/>
          <p:nvPr/>
        </p:nvSpPr>
        <p:spPr>
          <a:xfrm>
            <a:off x="2321635" y="1885633"/>
            <a:ext cx="815582" cy="534783"/>
          </a:xfrm>
          <a:prstGeom prst="leftArrow">
            <a:avLst>
              <a:gd name="adj1" fmla="val 50000"/>
              <a:gd name="adj2" fmla="val 36042"/>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dk1"/>
                </a:solidFill>
              </a:rPr>
              <a:t>Add 50</a:t>
            </a:r>
          </a:p>
        </p:txBody>
      </p:sp>
    </p:spTree>
    <p:extLst>
      <p:ext uri="{BB962C8B-B14F-4D97-AF65-F5344CB8AC3E}">
        <p14:creationId xmlns:p14="http://schemas.microsoft.com/office/powerpoint/2010/main" val="997885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 name="Straight Connector 64">
            <a:extLst>
              <a:ext uri="{FF2B5EF4-FFF2-40B4-BE49-F238E27FC236}">
                <a16:creationId xmlns:a16="http://schemas.microsoft.com/office/drawing/2014/main" id="{6B8C624E-0E36-4A17-B5C5-0DE03557EA8B}"/>
              </a:ext>
            </a:extLst>
          </p:cNvPr>
          <p:cNvCxnSpPr>
            <a:cxnSpLocks/>
            <a:endCxn id="32" idx="1"/>
          </p:cNvCxnSpPr>
          <p:nvPr/>
        </p:nvCxnSpPr>
        <p:spPr>
          <a:xfrm>
            <a:off x="8552289" y="3109007"/>
            <a:ext cx="12297" cy="805001"/>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EB4C75E-7E65-5FB1-F907-1AF51FE2C62D}"/>
              </a:ext>
            </a:extLst>
          </p:cNvPr>
          <p:cNvCxnSpPr>
            <a:cxnSpLocks/>
            <a:endCxn id="8" idx="1"/>
          </p:cNvCxnSpPr>
          <p:nvPr/>
        </p:nvCxnSpPr>
        <p:spPr>
          <a:xfrm flipH="1">
            <a:off x="2051493" y="3109007"/>
            <a:ext cx="11183" cy="805001"/>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8452709-046B-92AF-7A95-8E94314B813D}"/>
              </a:ext>
            </a:extLst>
          </p:cNvPr>
          <p:cNvSpPr>
            <a:spLocks noGrp="1"/>
          </p:cNvSpPr>
          <p:nvPr>
            <p:ph type="title"/>
          </p:nvPr>
        </p:nvSpPr>
        <p:spPr/>
        <p:txBody>
          <a:bodyPr/>
          <a:lstStyle/>
          <a:p>
            <a:r>
              <a:rPr lang="en-US" dirty="0"/>
              <a:t>Rotation Operation</a:t>
            </a:r>
          </a:p>
        </p:txBody>
      </p:sp>
      <p:sp>
        <p:nvSpPr>
          <p:cNvPr id="3" name="Content Placeholder 2">
            <a:extLst>
              <a:ext uri="{FF2B5EF4-FFF2-40B4-BE49-F238E27FC236}">
                <a16:creationId xmlns:a16="http://schemas.microsoft.com/office/drawing/2014/main" id="{5AC58772-FE2E-DB61-890E-EAA63474855A}"/>
              </a:ext>
            </a:extLst>
          </p:cNvPr>
          <p:cNvSpPr>
            <a:spLocks noGrp="1"/>
          </p:cNvSpPr>
          <p:nvPr>
            <p:ph idx="1"/>
          </p:nvPr>
        </p:nvSpPr>
        <p:spPr>
          <a:xfrm>
            <a:off x="838200" y="1358781"/>
            <a:ext cx="10515600" cy="1519731"/>
          </a:xfrm>
        </p:spPr>
        <p:txBody>
          <a:bodyPr>
            <a:normAutofit fontScale="77500" lnSpcReduction="20000"/>
          </a:bodyPr>
          <a:lstStyle/>
          <a:p>
            <a:r>
              <a:rPr lang="en-US" dirty="0"/>
              <a:t>There are two basic rotation: </a:t>
            </a:r>
            <a:r>
              <a:rPr lang="en-US" dirty="0">
                <a:solidFill>
                  <a:schemeClr val="accent5"/>
                </a:solidFill>
              </a:rPr>
              <a:t>Rotate Right </a:t>
            </a:r>
            <a:r>
              <a:rPr lang="en-US" dirty="0"/>
              <a:t>and </a:t>
            </a:r>
            <a:r>
              <a:rPr lang="en-US" dirty="0">
                <a:solidFill>
                  <a:schemeClr val="accent6"/>
                </a:solidFill>
              </a:rPr>
              <a:t>Rotate Left</a:t>
            </a:r>
          </a:p>
          <a:p>
            <a:r>
              <a:rPr lang="en-US" dirty="0"/>
              <a:t>It operates on a root of a subtree</a:t>
            </a:r>
          </a:p>
          <a:p>
            <a:r>
              <a:rPr lang="en-US" dirty="0"/>
              <a:t>Does not BST violate value constraint</a:t>
            </a:r>
          </a:p>
        </p:txBody>
      </p:sp>
      <p:cxnSp>
        <p:nvCxnSpPr>
          <p:cNvPr id="4" name="Straight Connector 3">
            <a:extLst>
              <a:ext uri="{FF2B5EF4-FFF2-40B4-BE49-F238E27FC236}">
                <a16:creationId xmlns:a16="http://schemas.microsoft.com/office/drawing/2014/main" id="{496ED8CD-1DD6-8330-AA06-83242110CE9F}"/>
              </a:ext>
            </a:extLst>
          </p:cNvPr>
          <p:cNvCxnSpPr>
            <a:cxnSpLocks/>
            <a:stCxn id="17" idx="0"/>
            <a:endCxn id="9" idx="1"/>
          </p:cNvCxnSpPr>
          <p:nvPr/>
        </p:nvCxnSpPr>
        <p:spPr>
          <a:xfrm flipV="1">
            <a:off x="912602" y="4461605"/>
            <a:ext cx="396467" cy="66691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5A13CD0-FDA3-20B2-28F2-92F8386E7F1B}"/>
              </a:ext>
            </a:extLst>
          </p:cNvPr>
          <p:cNvCxnSpPr>
            <a:cxnSpLocks/>
            <a:stCxn id="24" idx="0"/>
            <a:endCxn id="8" idx="1"/>
          </p:cNvCxnSpPr>
          <p:nvPr/>
        </p:nvCxnSpPr>
        <p:spPr>
          <a:xfrm flipH="1" flipV="1">
            <a:off x="2051493" y="3914008"/>
            <a:ext cx="650581" cy="54759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01D0A8-9F67-966F-96E7-24C5C3ED9B56}"/>
              </a:ext>
            </a:extLst>
          </p:cNvPr>
          <p:cNvCxnSpPr>
            <a:cxnSpLocks/>
            <a:stCxn id="9" idx="1"/>
            <a:endCxn id="8" idx="1"/>
          </p:cNvCxnSpPr>
          <p:nvPr/>
        </p:nvCxnSpPr>
        <p:spPr>
          <a:xfrm flipV="1">
            <a:off x="1309069" y="3914008"/>
            <a:ext cx="742424" cy="54759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2909D99-84D7-2A06-8925-D74F2D7580F3}"/>
              </a:ext>
            </a:extLst>
          </p:cNvPr>
          <p:cNvCxnSpPr>
            <a:cxnSpLocks/>
            <a:stCxn id="21" idx="0"/>
            <a:endCxn id="9" idx="1"/>
          </p:cNvCxnSpPr>
          <p:nvPr/>
        </p:nvCxnSpPr>
        <p:spPr>
          <a:xfrm flipH="1" flipV="1">
            <a:off x="1309069" y="4461605"/>
            <a:ext cx="550957" cy="65758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Arc 7">
            <a:extLst>
              <a:ext uri="{FF2B5EF4-FFF2-40B4-BE49-F238E27FC236}">
                <a16:creationId xmlns:a16="http://schemas.microsoft.com/office/drawing/2014/main" id="{0E01160B-10DE-575E-D787-CF4244D88A23}"/>
              </a:ext>
            </a:extLst>
          </p:cNvPr>
          <p:cNvSpPr/>
          <p:nvPr/>
        </p:nvSpPr>
        <p:spPr>
          <a:xfrm>
            <a:off x="1860025" y="372254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A</a:t>
            </a:r>
            <a:endParaRPr lang="th-TH" sz="2000" dirty="0">
              <a:solidFill>
                <a:sysClr val="windowText" lastClr="000000"/>
              </a:solidFill>
            </a:endParaRPr>
          </a:p>
        </p:txBody>
      </p:sp>
      <p:sp>
        <p:nvSpPr>
          <p:cNvPr id="9" name="Arc 8">
            <a:extLst>
              <a:ext uri="{FF2B5EF4-FFF2-40B4-BE49-F238E27FC236}">
                <a16:creationId xmlns:a16="http://schemas.microsoft.com/office/drawing/2014/main" id="{E4672AF5-B20A-A968-E466-D20FADDC9ACB}"/>
              </a:ext>
            </a:extLst>
          </p:cNvPr>
          <p:cNvSpPr/>
          <p:nvPr/>
        </p:nvSpPr>
        <p:spPr>
          <a:xfrm>
            <a:off x="1117601" y="427013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B</a:t>
            </a:r>
            <a:endParaRPr lang="th-TH" sz="2000" dirty="0">
              <a:solidFill>
                <a:sysClr val="windowText" lastClr="000000"/>
              </a:solidFill>
            </a:endParaRPr>
          </a:p>
        </p:txBody>
      </p:sp>
      <mc:AlternateContent xmlns:mc="http://schemas.openxmlformats.org/markup-compatibility/2006" xmlns:a14="http://schemas.microsoft.com/office/drawing/2010/main">
        <mc:Choice Requires="a14">
          <p:sp>
            <p:nvSpPr>
              <p:cNvPr id="17" name="Isosceles Triangle 16">
                <a:extLst>
                  <a:ext uri="{FF2B5EF4-FFF2-40B4-BE49-F238E27FC236}">
                    <a16:creationId xmlns:a16="http://schemas.microsoft.com/office/drawing/2014/main" id="{ACD46B6C-D739-747C-C5C1-7AC63BA10991}"/>
                  </a:ext>
                </a:extLst>
              </p:cNvPr>
              <p:cNvSpPr/>
              <p:nvPr/>
            </p:nvSpPr>
            <p:spPr>
              <a:xfrm>
                <a:off x="553112" y="5128521"/>
                <a:ext cx="718979" cy="996645"/>
              </a:xfrm>
              <a:prstGeom prst="triangle">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𝑥</m:t>
                      </m:r>
                    </m:oMath>
                  </m:oMathPara>
                </a14:m>
                <a:endParaRPr lang="en-US" sz="2000" baseline="-25000" dirty="0">
                  <a:solidFill>
                    <a:sysClr val="windowText" lastClr="000000"/>
                  </a:solidFill>
                </a:endParaRPr>
              </a:p>
            </p:txBody>
          </p:sp>
        </mc:Choice>
        <mc:Fallback xmlns="">
          <p:sp>
            <p:nvSpPr>
              <p:cNvPr id="17" name="Isosceles Triangle 16">
                <a:extLst>
                  <a:ext uri="{FF2B5EF4-FFF2-40B4-BE49-F238E27FC236}">
                    <a16:creationId xmlns:a16="http://schemas.microsoft.com/office/drawing/2014/main" id="{ACD46B6C-D739-747C-C5C1-7AC63BA10991}"/>
                  </a:ext>
                </a:extLst>
              </p:cNvPr>
              <p:cNvSpPr>
                <a:spLocks noRot="1" noChangeAspect="1" noMove="1" noResize="1" noEditPoints="1" noAdjustHandles="1" noChangeArrowheads="1" noChangeShapeType="1" noTextEdit="1"/>
              </p:cNvSpPr>
              <p:nvPr/>
            </p:nvSpPr>
            <p:spPr>
              <a:xfrm>
                <a:off x="553112" y="5128521"/>
                <a:ext cx="718979" cy="996645"/>
              </a:xfrm>
              <a:prstGeom prst="triangle">
                <a:avLst/>
              </a:prstGeom>
              <a:blipFill>
                <a:blip r:embed="rId2"/>
                <a:stretch>
                  <a:fillRect/>
                </a:stretch>
              </a:blipFill>
              <a:ln>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Isosceles Triangle 20">
                <a:extLst>
                  <a:ext uri="{FF2B5EF4-FFF2-40B4-BE49-F238E27FC236}">
                    <a16:creationId xmlns:a16="http://schemas.microsoft.com/office/drawing/2014/main" id="{F8652F71-3E7B-CD85-2FF5-CA4D26DB5D9D}"/>
                  </a:ext>
                </a:extLst>
              </p:cNvPr>
              <p:cNvSpPr/>
              <p:nvPr/>
            </p:nvSpPr>
            <p:spPr>
              <a:xfrm>
                <a:off x="1500536" y="5119189"/>
                <a:ext cx="718979" cy="996645"/>
              </a:xfrm>
              <a:prstGeom prst="triangle">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𝑦</m:t>
                      </m:r>
                    </m:oMath>
                  </m:oMathPara>
                </a14:m>
                <a:endParaRPr lang="en-US" sz="2000" baseline="-25000" dirty="0">
                  <a:solidFill>
                    <a:sysClr val="windowText" lastClr="000000"/>
                  </a:solidFill>
                </a:endParaRPr>
              </a:p>
            </p:txBody>
          </p:sp>
        </mc:Choice>
        <mc:Fallback xmlns="">
          <p:sp>
            <p:nvSpPr>
              <p:cNvPr id="21" name="Isosceles Triangle 20">
                <a:extLst>
                  <a:ext uri="{FF2B5EF4-FFF2-40B4-BE49-F238E27FC236}">
                    <a16:creationId xmlns:a16="http://schemas.microsoft.com/office/drawing/2014/main" id="{F8652F71-3E7B-CD85-2FF5-CA4D26DB5D9D}"/>
                  </a:ext>
                </a:extLst>
              </p:cNvPr>
              <p:cNvSpPr>
                <a:spLocks noRot="1" noChangeAspect="1" noMove="1" noResize="1" noEditPoints="1" noAdjustHandles="1" noChangeArrowheads="1" noChangeShapeType="1" noTextEdit="1"/>
              </p:cNvSpPr>
              <p:nvPr/>
            </p:nvSpPr>
            <p:spPr>
              <a:xfrm>
                <a:off x="1500536" y="5119189"/>
                <a:ext cx="718979" cy="996645"/>
              </a:xfrm>
              <a:prstGeom prst="triangle">
                <a:avLst/>
              </a:prstGeom>
              <a:blipFill>
                <a:blip r:embed="rId3"/>
                <a:stretch>
                  <a:fillRect/>
                </a:stretch>
              </a:blipFill>
              <a:ln>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Isosceles Triangle 23">
                <a:extLst>
                  <a:ext uri="{FF2B5EF4-FFF2-40B4-BE49-F238E27FC236}">
                    <a16:creationId xmlns:a16="http://schemas.microsoft.com/office/drawing/2014/main" id="{B49E7567-80B0-8172-300A-097F68FD4E4D}"/>
                  </a:ext>
                </a:extLst>
              </p:cNvPr>
              <p:cNvSpPr/>
              <p:nvPr/>
            </p:nvSpPr>
            <p:spPr>
              <a:xfrm>
                <a:off x="2342584" y="4461604"/>
                <a:ext cx="718979" cy="996645"/>
              </a:xfrm>
              <a:prstGeom prst="triangle">
                <a:avLst/>
              </a:prstGeom>
              <a:solidFill>
                <a:schemeClr val="accent1"/>
              </a:solidFill>
              <a:ln>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𝑧</m:t>
                      </m:r>
                    </m:oMath>
                  </m:oMathPara>
                </a14:m>
                <a:endParaRPr lang="en-US" sz="2000" baseline="-25000" dirty="0">
                  <a:solidFill>
                    <a:sysClr val="windowText" lastClr="000000"/>
                  </a:solidFill>
                </a:endParaRPr>
              </a:p>
            </p:txBody>
          </p:sp>
        </mc:Choice>
        <mc:Fallback xmlns="">
          <p:sp>
            <p:nvSpPr>
              <p:cNvPr id="24" name="Isosceles Triangle 23">
                <a:extLst>
                  <a:ext uri="{FF2B5EF4-FFF2-40B4-BE49-F238E27FC236}">
                    <a16:creationId xmlns:a16="http://schemas.microsoft.com/office/drawing/2014/main" id="{B49E7567-80B0-8172-300A-097F68FD4E4D}"/>
                  </a:ext>
                </a:extLst>
              </p:cNvPr>
              <p:cNvSpPr>
                <a:spLocks noRot="1" noChangeAspect="1" noMove="1" noResize="1" noEditPoints="1" noAdjustHandles="1" noChangeArrowheads="1" noChangeShapeType="1" noTextEdit="1"/>
              </p:cNvSpPr>
              <p:nvPr/>
            </p:nvSpPr>
            <p:spPr>
              <a:xfrm>
                <a:off x="2342584" y="4461604"/>
                <a:ext cx="718979" cy="996645"/>
              </a:xfrm>
              <a:prstGeom prst="triangle">
                <a:avLst/>
              </a:prstGeom>
              <a:blipFill>
                <a:blip r:embed="rId4"/>
                <a:stretch>
                  <a:fillRect/>
                </a:stretch>
              </a:blipFill>
              <a:ln>
                <a:solidFill>
                  <a:schemeClr val="accent1">
                    <a:lumMod val="50000"/>
                  </a:schemeClr>
                </a:solidFill>
              </a:ln>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1A5F16DA-987C-E22C-6AE4-0AC8075752E6}"/>
              </a:ext>
            </a:extLst>
          </p:cNvPr>
          <p:cNvCxnSpPr>
            <a:cxnSpLocks/>
            <a:stCxn id="33" idx="0"/>
            <a:endCxn id="32" idx="1"/>
          </p:cNvCxnSpPr>
          <p:nvPr/>
        </p:nvCxnSpPr>
        <p:spPr>
          <a:xfrm flipV="1">
            <a:off x="8013629" y="3914008"/>
            <a:ext cx="550957" cy="54759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60EC7BC-5BA6-A78D-26D1-21145971F558}"/>
              </a:ext>
            </a:extLst>
          </p:cNvPr>
          <p:cNvCxnSpPr>
            <a:cxnSpLocks/>
            <a:stCxn id="35" idx="0"/>
            <a:endCxn id="31" idx="1"/>
          </p:cNvCxnSpPr>
          <p:nvPr/>
        </p:nvCxnSpPr>
        <p:spPr>
          <a:xfrm flipH="1" flipV="1">
            <a:off x="9407596" y="4461605"/>
            <a:ext cx="570355" cy="65758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1104CED-24C9-E600-8497-562A6E133898}"/>
              </a:ext>
            </a:extLst>
          </p:cNvPr>
          <p:cNvCxnSpPr>
            <a:cxnSpLocks/>
            <a:stCxn id="32" idx="1"/>
            <a:endCxn id="31" idx="1"/>
          </p:cNvCxnSpPr>
          <p:nvPr/>
        </p:nvCxnSpPr>
        <p:spPr>
          <a:xfrm>
            <a:off x="8564586" y="3914008"/>
            <a:ext cx="843010" cy="54759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7B03910-C6EA-E59C-DBD9-6057F689B280}"/>
              </a:ext>
            </a:extLst>
          </p:cNvPr>
          <p:cNvCxnSpPr>
            <a:cxnSpLocks/>
            <a:stCxn id="34" idx="0"/>
            <a:endCxn id="31" idx="1"/>
          </p:cNvCxnSpPr>
          <p:nvPr/>
        </p:nvCxnSpPr>
        <p:spPr>
          <a:xfrm flipV="1">
            <a:off x="8911779" y="4461605"/>
            <a:ext cx="495817" cy="65758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Arc 30">
            <a:extLst>
              <a:ext uri="{FF2B5EF4-FFF2-40B4-BE49-F238E27FC236}">
                <a16:creationId xmlns:a16="http://schemas.microsoft.com/office/drawing/2014/main" id="{213B2515-CE47-D6B9-4EB9-F46B37BAFB33}"/>
              </a:ext>
            </a:extLst>
          </p:cNvPr>
          <p:cNvSpPr/>
          <p:nvPr/>
        </p:nvSpPr>
        <p:spPr>
          <a:xfrm>
            <a:off x="9216128" y="427013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A</a:t>
            </a:r>
            <a:endParaRPr lang="th-TH" sz="2000" dirty="0">
              <a:solidFill>
                <a:sysClr val="windowText" lastClr="000000"/>
              </a:solidFill>
            </a:endParaRPr>
          </a:p>
        </p:txBody>
      </p:sp>
      <p:sp>
        <p:nvSpPr>
          <p:cNvPr id="32" name="Arc 31">
            <a:extLst>
              <a:ext uri="{FF2B5EF4-FFF2-40B4-BE49-F238E27FC236}">
                <a16:creationId xmlns:a16="http://schemas.microsoft.com/office/drawing/2014/main" id="{F305F806-478D-BA69-9EC1-04DAFD79437C}"/>
              </a:ext>
            </a:extLst>
          </p:cNvPr>
          <p:cNvSpPr/>
          <p:nvPr/>
        </p:nvSpPr>
        <p:spPr>
          <a:xfrm>
            <a:off x="8373118" y="372254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B</a:t>
            </a:r>
            <a:endParaRPr lang="th-TH" sz="2000" dirty="0">
              <a:solidFill>
                <a:sysClr val="windowText" lastClr="000000"/>
              </a:solidFill>
            </a:endParaRPr>
          </a:p>
        </p:txBody>
      </p:sp>
      <mc:AlternateContent xmlns:mc="http://schemas.openxmlformats.org/markup-compatibility/2006" xmlns:a14="http://schemas.microsoft.com/office/drawing/2010/main">
        <mc:Choice Requires="a14">
          <p:sp>
            <p:nvSpPr>
              <p:cNvPr id="33" name="Isosceles Triangle 32">
                <a:extLst>
                  <a:ext uri="{FF2B5EF4-FFF2-40B4-BE49-F238E27FC236}">
                    <a16:creationId xmlns:a16="http://schemas.microsoft.com/office/drawing/2014/main" id="{BBA2C4F6-AD9C-86F0-DA2C-9B393A18B19E}"/>
                  </a:ext>
                </a:extLst>
              </p:cNvPr>
              <p:cNvSpPr/>
              <p:nvPr/>
            </p:nvSpPr>
            <p:spPr>
              <a:xfrm>
                <a:off x="7654139" y="4461604"/>
                <a:ext cx="718979" cy="996645"/>
              </a:xfrm>
              <a:prstGeom prst="triangle">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𝑥</m:t>
                      </m:r>
                    </m:oMath>
                  </m:oMathPara>
                </a14:m>
                <a:endParaRPr lang="en-US" sz="2000" baseline="-25000" dirty="0">
                  <a:solidFill>
                    <a:sysClr val="windowText" lastClr="000000"/>
                  </a:solidFill>
                </a:endParaRPr>
              </a:p>
            </p:txBody>
          </p:sp>
        </mc:Choice>
        <mc:Fallback xmlns="">
          <p:sp>
            <p:nvSpPr>
              <p:cNvPr id="33" name="Isosceles Triangle 32">
                <a:extLst>
                  <a:ext uri="{FF2B5EF4-FFF2-40B4-BE49-F238E27FC236}">
                    <a16:creationId xmlns:a16="http://schemas.microsoft.com/office/drawing/2014/main" id="{BBA2C4F6-AD9C-86F0-DA2C-9B393A18B19E}"/>
                  </a:ext>
                </a:extLst>
              </p:cNvPr>
              <p:cNvSpPr>
                <a:spLocks noRot="1" noChangeAspect="1" noMove="1" noResize="1" noEditPoints="1" noAdjustHandles="1" noChangeArrowheads="1" noChangeShapeType="1" noTextEdit="1"/>
              </p:cNvSpPr>
              <p:nvPr/>
            </p:nvSpPr>
            <p:spPr>
              <a:xfrm>
                <a:off x="7654139" y="4461604"/>
                <a:ext cx="718979" cy="996645"/>
              </a:xfrm>
              <a:prstGeom prst="triangle">
                <a:avLst/>
              </a:prstGeom>
              <a:blipFill>
                <a:blip r:embed="rId5"/>
                <a:stretch>
                  <a:fillRect/>
                </a:stretch>
              </a:blipFill>
              <a:ln>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Isosceles Triangle 33">
                <a:extLst>
                  <a:ext uri="{FF2B5EF4-FFF2-40B4-BE49-F238E27FC236}">
                    <a16:creationId xmlns:a16="http://schemas.microsoft.com/office/drawing/2014/main" id="{7A4023AD-5C8A-C843-B3F8-7CC3E73D8F1E}"/>
                  </a:ext>
                </a:extLst>
              </p:cNvPr>
              <p:cNvSpPr/>
              <p:nvPr/>
            </p:nvSpPr>
            <p:spPr>
              <a:xfrm>
                <a:off x="8552289" y="5119190"/>
                <a:ext cx="718979" cy="996645"/>
              </a:xfrm>
              <a:prstGeom prst="triangle">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𝑦</m:t>
                      </m:r>
                    </m:oMath>
                  </m:oMathPara>
                </a14:m>
                <a:endParaRPr lang="en-US" sz="2000" baseline="-25000" dirty="0">
                  <a:solidFill>
                    <a:sysClr val="windowText" lastClr="000000"/>
                  </a:solidFill>
                </a:endParaRPr>
              </a:p>
            </p:txBody>
          </p:sp>
        </mc:Choice>
        <mc:Fallback xmlns="">
          <p:sp>
            <p:nvSpPr>
              <p:cNvPr id="34" name="Isosceles Triangle 33">
                <a:extLst>
                  <a:ext uri="{FF2B5EF4-FFF2-40B4-BE49-F238E27FC236}">
                    <a16:creationId xmlns:a16="http://schemas.microsoft.com/office/drawing/2014/main" id="{7A4023AD-5C8A-C843-B3F8-7CC3E73D8F1E}"/>
                  </a:ext>
                </a:extLst>
              </p:cNvPr>
              <p:cNvSpPr>
                <a:spLocks noRot="1" noChangeAspect="1" noMove="1" noResize="1" noEditPoints="1" noAdjustHandles="1" noChangeArrowheads="1" noChangeShapeType="1" noTextEdit="1"/>
              </p:cNvSpPr>
              <p:nvPr/>
            </p:nvSpPr>
            <p:spPr>
              <a:xfrm>
                <a:off x="8552289" y="5119190"/>
                <a:ext cx="718979" cy="996645"/>
              </a:xfrm>
              <a:prstGeom prst="triangle">
                <a:avLst/>
              </a:prstGeom>
              <a:blipFill>
                <a:blip r:embed="rId6"/>
                <a:stretch>
                  <a:fillRect/>
                </a:stretch>
              </a:blipFill>
              <a:ln>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81B7CF67-10E9-5FE4-5BC9-A385D997C4E5}"/>
                  </a:ext>
                </a:extLst>
              </p:cNvPr>
              <p:cNvSpPr/>
              <p:nvPr/>
            </p:nvSpPr>
            <p:spPr>
              <a:xfrm>
                <a:off x="9618461" y="5119189"/>
                <a:ext cx="718979" cy="996645"/>
              </a:xfrm>
              <a:prstGeom prst="triangle">
                <a:avLst/>
              </a:prstGeom>
              <a:solidFill>
                <a:schemeClr val="accent1"/>
              </a:solidFill>
              <a:ln>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𝑧</m:t>
                      </m:r>
                    </m:oMath>
                  </m:oMathPara>
                </a14:m>
                <a:endParaRPr lang="en-US" sz="2000" baseline="-25000" dirty="0">
                  <a:solidFill>
                    <a:sysClr val="windowText" lastClr="000000"/>
                  </a:solidFill>
                </a:endParaRPr>
              </a:p>
            </p:txBody>
          </p:sp>
        </mc:Choice>
        <mc:Fallback xmlns="">
          <p:sp>
            <p:nvSpPr>
              <p:cNvPr id="35" name="Isosceles Triangle 34">
                <a:extLst>
                  <a:ext uri="{FF2B5EF4-FFF2-40B4-BE49-F238E27FC236}">
                    <a16:creationId xmlns:a16="http://schemas.microsoft.com/office/drawing/2014/main" id="{81B7CF67-10E9-5FE4-5BC9-A385D997C4E5}"/>
                  </a:ext>
                </a:extLst>
              </p:cNvPr>
              <p:cNvSpPr>
                <a:spLocks noRot="1" noChangeAspect="1" noMove="1" noResize="1" noEditPoints="1" noAdjustHandles="1" noChangeArrowheads="1" noChangeShapeType="1" noTextEdit="1"/>
              </p:cNvSpPr>
              <p:nvPr/>
            </p:nvSpPr>
            <p:spPr>
              <a:xfrm>
                <a:off x="9618461" y="5119189"/>
                <a:ext cx="718979" cy="996645"/>
              </a:xfrm>
              <a:prstGeom prst="triangle">
                <a:avLst/>
              </a:prstGeom>
              <a:blipFill>
                <a:blip r:embed="rId7"/>
                <a:stretch>
                  <a:fillRect/>
                </a:stretch>
              </a:blipFill>
              <a:ln>
                <a:solidFill>
                  <a:schemeClr val="accent1">
                    <a:lumMod val="50000"/>
                  </a:schemeClr>
                </a:solidFill>
              </a:ln>
            </p:spPr>
            <p:txBody>
              <a:bodyPr/>
              <a:lstStyle/>
              <a:p>
                <a:r>
                  <a:rPr lang="en-US">
                    <a:noFill/>
                  </a:rPr>
                  <a:t> </a:t>
                </a:r>
              </a:p>
            </p:txBody>
          </p:sp>
        </mc:Fallback>
      </mc:AlternateContent>
      <p:sp>
        <p:nvSpPr>
          <p:cNvPr id="57" name="Arrow: Right 56">
            <a:extLst>
              <a:ext uri="{FF2B5EF4-FFF2-40B4-BE49-F238E27FC236}">
                <a16:creationId xmlns:a16="http://schemas.microsoft.com/office/drawing/2014/main" id="{A9F0613E-688D-5708-FE79-BFD3E0DE6C88}"/>
              </a:ext>
            </a:extLst>
          </p:cNvPr>
          <p:cNvSpPr/>
          <p:nvPr/>
        </p:nvSpPr>
        <p:spPr>
          <a:xfrm>
            <a:off x="3331258" y="3179711"/>
            <a:ext cx="4304940" cy="569073"/>
          </a:xfrm>
          <a:prstGeom prst="rightArrow">
            <a:avLst>
              <a:gd name="adj1" fmla="val 50000"/>
              <a:gd name="adj2" fmla="val 3544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800" dirty="0"/>
              <a:t>Rotate Right at A</a:t>
            </a:r>
          </a:p>
        </p:txBody>
      </p:sp>
      <p:sp>
        <p:nvSpPr>
          <p:cNvPr id="58" name="TextBox 57">
            <a:extLst>
              <a:ext uri="{FF2B5EF4-FFF2-40B4-BE49-F238E27FC236}">
                <a16:creationId xmlns:a16="http://schemas.microsoft.com/office/drawing/2014/main" id="{4F9FB1AA-1EEE-5FAC-8CB4-89E5973C363F}"/>
              </a:ext>
            </a:extLst>
          </p:cNvPr>
          <p:cNvSpPr txBox="1"/>
          <p:nvPr/>
        </p:nvSpPr>
        <p:spPr>
          <a:xfrm>
            <a:off x="3313674" y="3788348"/>
            <a:ext cx="4323079" cy="1077218"/>
          </a:xfrm>
          <a:prstGeom prst="rect">
            <a:avLst/>
          </a:prstGeom>
          <a:noFill/>
        </p:spPr>
        <p:txBody>
          <a:bodyPr wrap="square" rtlCol="0">
            <a:spAutoFit/>
          </a:bodyPr>
          <a:lstStyle/>
          <a:p>
            <a:pPr marL="180975" indent="-180975">
              <a:buFont typeface="Arial" panose="020B0604020202020204" pitchFamily="34" charset="0"/>
              <a:buChar char="•"/>
            </a:pPr>
            <a:r>
              <a:rPr lang="en-US" sz="1600" dirty="0"/>
              <a:t>Move </a:t>
            </a:r>
            <a:r>
              <a:rPr lang="en-US" sz="1600" dirty="0">
                <a:solidFill>
                  <a:schemeClr val="accent3"/>
                </a:solidFill>
              </a:rPr>
              <a:t>B</a:t>
            </a:r>
            <a:r>
              <a:rPr lang="en-US" sz="1600" dirty="0"/>
              <a:t> up as the new root of the subtree</a:t>
            </a:r>
          </a:p>
          <a:p>
            <a:pPr marL="180975" indent="-180975">
              <a:buFont typeface="Arial" panose="020B0604020202020204" pitchFamily="34" charset="0"/>
              <a:buChar char="•"/>
            </a:pPr>
            <a:r>
              <a:rPr lang="en-US" sz="1600" dirty="0"/>
              <a:t>Move </a:t>
            </a:r>
            <a:r>
              <a:rPr lang="en-US" sz="1600" dirty="0">
                <a:solidFill>
                  <a:schemeClr val="accent3"/>
                </a:solidFill>
              </a:rPr>
              <a:t>A</a:t>
            </a:r>
            <a:r>
              <a:rPr lang="en-US" sz="1600" dirty="0"/>
              <a:t> to be the right child of </a:t>
            </a:r>
            <a:r>
              <a:rPr lang="en-US" sz="1600" dirty="0">
                <a:solidFill>
                  <a:schemeClr val="accent3"/>
                </a:solidFill>
              </a:rPr>
              <a:t>B</a:t>
            </a:r>
          </a:p>
          <a:p>
            <a:pPr marL="180975" indent="-180975">
              <a:buFont typeface="Arial" panose="020B0604020202020204" pitchFamily="34" charset="0"/>
              <a:buChar char="•"/>
            </a:pPr>
            <a:r>
              <a:rPr lang="en-US" sz="1600" dirty="0"/>
              <a:t>Move </a:t>
            </a:r>
            <a:r>
              <a:rPr lang="en-US" sz="1600" dirty="0">
                <a:solidFill>
                  <a:schemeClr val="accent4"/>
                </a:solidFill>
              </a:rPr>
              <a:t>y</a:t>
            </a:r>
            <a:r>
              <a:rPr lang="en-US" sz="1600" dirty="0"/>
              <a:t> to be the left child of </a:t>
            </a:r>
            <a:r>
              <a:rPr lang="en-US" sz="1600" dirty="0">
                <a:solidFill>
                  <a:schemeClr val="accent3"/>
                </a:solidFill>
              </a:rPr>
              <a:t>A</a:t>
            </a:r>
          </a:p>
          <a:p>
            <a:pPr marL="180975" indent="-180975">
              <a:buFont typeface="Arial" panose="020B0604020202020204" pitchFamily="34" charset="0"/>
              <a:buChar char="•"/>
            </a:pPr>
            <a:r>
              <a:rPr lang="en-US" sz="1600" dirty="0"/>
              <a:t>Subtree </a:t>
            </a:r>
            <a:r>
              <a:rPr lang="en-US" sz="1600" dirty="0">
                <a:solidFill>
                  <a:schemeClr val="accent3"/>
                </a:solidFill>
              </a:rPr>
              <a:t>x</a:t>
            </a:r>
            <a:r>
              <a:rPr lang="en-US" sz="1600" dirty="0"/>
              <a:t> and </a:t>
            </a:r>
            <a:r>
              <a:rPr lang="en-US" sz="1600" dirty="0">
                <a:solidFill>
                  <a:schemeClr val="accent6"/>
                </a:solidFill>
              </a:rPr>
              <a:t>z</a:t>
            </a:r>
            <a:r>
              <a:rPr lang="en-US" sz="1600" dirty="0"/>
              <a:t> stay the same</a:t>
            </a:r>
          </a:p>
        </p:txBody>
      </p:sp>
      <p:sp>
        <p:nvSpPr>
          <p:cNvPr id="72" name="Speech Bubble: Rectangle with Corners Rounded 71">
            <a:extLst>
              <a:ext uri="{FF2B5EF4-FFF2-40B4-BE49-F238E27FC236}">
                <a16:creationId xmlns:a16="http://schemas.microsoft.com/office/drawing/2014/main" id="{0A221247-541A-782E-65CF-D9BE586F11E4}"/>
              </a:ext>
            </a:extLst>
          </p:cNvPr>
          <p:cNvSpPr/>
          <p:nvPr/>
        </p:nvSpPr>
        <p:spPr>
          <a:xfrm>
            <a:off x="8665508" y="1463919"/>
            <a:ext cx="3102378" cy="1431178"/>
          </a:xfrm>
          <a:prstGeom prst="wedgeRoundRectCallout">
            <a:avLst>
              <a:gd name="adj1" fmla="val -40774"/>
              <a:gd name="adj2" fmla="val 93090"/>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1800" b="1" dirty="0"/>
              <a:t>After rotation:</a:t>
            </a:r>
          </a:p>
          <a:p>
            <a:pPr marL="180975" indent="-180975">
              <a:buFont typeface="Arial" panose="020B0604020202020204" pitchFamily="34" charset="0"/>
              <a:buChar char="•"/>
            </a:pPr>
            <a:r>
              <a:rPr lang="en-US" sz="1800" dirty="0"/>
              <a:t>B is a new root</a:t>
            </a:r>
          </a:p>
          <a:p>
            <a:pPr marL="180975" indent="-180975">
              <a:buFont typeface="Arial" panose="020B0604020202020204" pitchFamily="34" charset="0"/>
              <a:buChar char="•"/>
            </a:pPr>
            <a:r>
              <a:rPr lang="en-US" sz="1800" dirty="0"/>
              <a:t>Height of y stays the same</a:t>
            </a:r>
          </a:p>
          <a:p>
            <a:pPr marL="180975" indent="-180975">
              <a:buFont typeface="Arial" panose="020B0604020202020204" pitchFamily="34" charset="0"/>
              <a:buChar char="•"/>
            </a:pPr>
            <a:r>
              <a:rPr lang="en-US" sz="1800" dirty="0"/>
              <a:t>Height of x decreases</a:t>
            </a:r>
          </a:p>
          <a:p>
            <a:pPr marL="180975" indent="-180975">
              <a:buFont typeface="Arial" panose="020B0604020202020204" pitchFamily="34" charset="0"/>
              <a:buChar char="•"/>
            </a:pPr>
            <a:r>
              <a:rPr lang="en-US" sz="1800" dirty="0"/>
              <a:t>Height of z increases</a:t>
            </a:r>
          </a:p>
        </p:txBody>
      </p:sp>
      <p:sp>
        <p:nvSpPr>
          <p:cNvPr id="73" name="Speech Bubble: Rectangle with Corners Rounded 72">
            <a:extLst>
              <a:ext uri="{FF2B5EF4-FFF2-40B4-BE49-F238E27FC236}">
                <a16:creationId xmlns:a16="http://schemas.microsoft.com/office/drawing/2014/main" id="{055E6B3D-7D70-C77A-BEEE-3AEF45C23D70}"/>
              </a:ext>
            </a:extLst>
          </p:cNvPr>
          <p:cNvSpPr/>
          <p:nvPr/>
        </p:nvSpPr>
        <p:spPr>
          <a:xfrm>
            <a:off x="3588943" y="5096740"/>
            <a:ext cx="3705707" cy="1566649"/>
          </a:xfrm>
          <a:prstGeom prst="wedgeRoundRectCallout">
            <a:avLst>
              <a:gd name="adj1" fmla="val -60825"/>
              <a:gd name="adj2" fmla="val -37144"/>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1800" b="1" dirty="0"/>
              <a:t>Before rotation:</a:t>
            </a:r>
          </a:p>
          <a:p>
            <a:pPr marL="177800" indent="-177800">
              <a:buFont typeface="Arial" panose="020B0604020202020204" pitchFamily="34" charset="0"/>
              <a:buChar char="•"/>
            </a:pPr>
            <a:r>
              <a:rPr lang="en-US" sz="1800" dirty="0"/>
              <a:t>A is the root of a subtree</a:t>
            </a:r>
          </a:p>
          <a:p>
            <a:pPr marL="177800" indent="-177800">
              <a:buFont typeface="Arial" panose="020B0604020202020204" pitchFamily="34" charset="0"/>
              <a:buChar char="•"/>
            </a:pPr>
            <a:r>
              <a:rPr lang="en-US" sz="1800" dirty="0"/>
              <a:t>B, the left child of A, must exist</a:t>
            </a:r>
          </a:p>
          <a:p>
            <a:pPr marL="177800" indent="-177800">
              <a:buFont typeface="Arial" panose="020B0604020202020204" pitchFamily="34" charset="0"/>
              <a:buChar char="•"/>
            </a:pPr>
            <a:r>
              <a:rPr lang="en-US" sz="1800" dirty="0"/>
              <a:t>x, y and z are some (maybe empty) subtrees</a:t>
            </a:r>
          </a:p>
        </p:txBody>
      </p:sp>
      <mc:AlternateContent xmlns:mc="http://schemas.openxmlformats.org/markup-compatibility/2006" xmlns:a14="http://schemas.microsoft.com/office/drawing/2010/main">
        <mc:Choice Requires="a14">
          <p:sp>
            <p:nvSpPr>
              <p:cNvPr id="10" name="Speech Bubble: Rectangle with Corners Rounded 9">
                <a:extLst>
                  <a:ext uri="{FF2B5EF4-FFF2-40B4-BE49-F238E27FC236}">
                    <a16:creationId xmlns:a16="http://schemas.microsoft.com/office/drawing/2014/main" id="{0744C7AB-BAA9-E636-95A4-EF0D185DEF7F}"/>
                  </a:ext>
                </a:extLst>
              </p:cNvPr>
              <p:cNvSpPr/>
              <p:nvPr/>
            </p:nvSpPr>
            <p:spPr>
              <a:xfrm>
                <a:off x="10066798" y="3617039"/>
                <a:ext cx="1718846" cy="935560"/>
              </a:xfrm>
              <a:prstGeom prst="wedgeRoundRectCallout">
                <a:avLst>
                  <a:gd name="adj1" fmla="val -71092"/>
                  <a:gd name="adj2" fmla="val 17483"/>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1800" b="1" dirty="0"/>
                  <a:t>Value Relation is maintained:</a:t>
                </a:r>
              </a:p>
              <a:p>
                <a:pPr marL="180975" indent="-180975">
                  <a:buFont typeface="Arial" panose="020B0604020202020204" pitchFamily="34" charset="0"/>
                  <a:buChar char="•"/>
                </a:pPr>
                <a:r>
                  <a:rPr lang="en-US" sz="1800" dirty="0"/>
                  <a:t>B &lt; </a:t>
                </a:r>
                <a14:m>
                  <m:oMath xmlns:m="http://schemas.openxmlformats.org/officeDocument/2006/math">
                    <m:r>
                      <a:rPr lang="en-US" sz="1800" i="1" dirty="0" smtClean="0">
                        <a:latin typeface="Cambria Math" panose="02040503050406030204" pitchFamily="18" charset="0"/>
                      </a:rPr>
                      <m:t>𝑦</m:t>
                    </m:r>
                  </m:oMath>
                </a14:m>
                <a:r>
                  <a:rPr lang="en-US" sz="1800" dirty="0"/>
                  <a:t> &lt; A</a:t>
                </a:r>
              </a:p>
            </p:txBody>
          </p:sp>
        </mc:Choice>
        <mc:Fallback xmlns="">
          <p:sp>
            <p:nvSpPr>
              <p:cNvPr id="10" name="Speech Bubble: Rectangle with Corners Rounded 9">
                <a:extLst>
                  <a:ext uri="{FF2B5EF4-FFF2-40B4-BE49-F238E27FC236}">
                    <a16:creationId xmlns:a16="http://schemas.microsoft.com/office/drawing/2014/main" id="{0744C7AB-BAA9-E636-95A4-EF0D185DEF7F}"/>
                  </a:ext>
                </a:extLst>
              </p:cNvPr>
              <p:cNvSpPr>
                <a:spLocks noRot="1" noChangeAspect="1" noMove="1" noResize="1" noEditPoints="1" noAdjustHandles="1" noChangeArrowheads="1" noChangeShapeType="1" noTextEdit="1"/>
              </p:cNvSpPr>
              <p:nvPr/>
            </p:nvSpPr>
            <p:spPr>
              <a:xfrm>
                <a:off x="10066798" y="3617039"/>
                <a:ext cx="1718846" cy="935560"/>
              </a:xfrm>
              <a:prstGeom prst="wedgeRoundRectCallout">
                <a:avLst>
                  <a:gd name="adj1" fmla="val -71092"/>
                  <a:gd name="adj2" fmla="val 17483"/>
                  <a:gd name="adj3" fmla="val 16667"/>
                </a:avLst>
              </a:prstGeom>
              <a:blipFill>
                <a:blip r:embed="rId8"/>
                <a:stretch>
                  <a:fillRect t="-1935" r="-291" b="-8387"/>
                </a:stretch>
              </a:blipFill>
            </p:spPr>
            <p:txBody>
              <a:bodyPr/>
              <a:lstStyle/>
              <a:p>
                <a:r>
                  <a:rPr lang="en-US">
                    <a:noFill/>
                  </a:rPr>
                  <a:t> </a:t>
                </a:r>
              </a:p>
            </p:txBody>
          </p:sp>
        </mc:Fallback>
      </mc:AlternateContent>
    </p:spTree>
    <p:extLst>
      <p:ext uri="{BB962C8B-B14F-4D97-AF65-F5344CB8AC3E}">
        <p14:creationId xmlns:p14="http://schemas.microsoft.com/office/powerpoint/2010/main" val="1647800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D6432-88C4-ABA0-0C2A-55DF5756E0B4}"/>
              </a:ext>
            </a:extLst>
          </p:cNvPr>
          <p:cNvSpPr>
            <a:spLocks noGrp="1"/>
          </p:cNvSpPr>
          <p:nvPr>
            <p:ph type="title"/>
          </p:nvPr>
        </p:nvSpPr>
        <p:spPr/>
        <p:txBody>
          <a:bodyPr/>
          <a:lstStyle/>
          <a:p>
            <a:r>
              <a:rPr lang="en-US" dirty="0"/>
              <a:t>Mirror between left and right</a:t>
            </a:r>
          </a:p>
        </p:txBody>
      </p:sp>
      <p:sp>
        <p:nvSpPr>
          <p:cNvPr id="3" name="Content Placeholder 2">
            <a:extLst>
              <a:ext uri="{FF2B5EF4-FFF2-40B4-BE49-F238E27FC236}">
                <a16:creationId xmlns:a16="http://schemas.microsoft.com/office/drawing/2014/main" id="{A1941724-3FEF-D429-4CC3-3E3978F1A7CD}"/>
              </a:ext>
            </a:extLst>
          </p:cNvPr>
          <p:cNvSpPr>
            <a:spLocks noGrp="1"/>
          </p:cNvSpPr>
          <p:nvPr>
            <p:ph idx="1"/>
          </p:nvPr>
        </p:nvSpPr>
        <p:spPr/>
        <p:txBody>
          <a:bodyPr/>
          <a:lstStyle/>
          <a:p>
            <a:r>
              <a:rPr lang="en-US" dirty="0"/>
              <a:t>Rotate Left is just the reverse of the rotate right</a:t>
            </a:r>
          </a:p>
        </p:txBody>
      </p:sp>
      <p:cxnSp>
        <p:nvCxnSpPr>
          <p:cNvPr id="4" name="Straight Connector 3">
            <a:extLst>
              <a:ext uri="{FF2B5EF4-FFF2-40B4-BE49-F238E27FC236}">
                <a16:creationId xmlns:a16="http://schemas.microsoft.com/office/drawing/2014/main" id="{171F7B32-AFA5-1B34-B36C-0EC682C187EA}"/>
              </a:ext>
            </a:extLst>
          </p:cNvPr>
          <p:cNvCxnSpPr>
            <a:cxnSpLocks/>
            <a:endCxn id="20" idx="1"/>
          </p:cNvCxnSpPr>
          <p:nvPr/>
        </p:nvCxnSpPr>
        <p:spPr>
          <a:xfrm>
            <a:off x="8552289" y="3109007"/>
            <a:ext cx="12297" cy="805001"/>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5A7B910-87B9-A8F0-02E1-73E9B4D181E2}"/>
              </a:ext>
            </a:extLst>
          </p:cNvPr>
          <p:cNvCxnSpPr>
            <a:cxnSpLocks/>
            <a:endCxn id="10" idx="1"/>
          </p:cNvCxnSpPr>
          <p:nvPr/>
        </p:nvCxnSpPr>
        <p:spPr>
          <a:xfrm flipH="1">
            <a:off x="2051493" y="3109007"/>
            <a:ext cx="11183" cy="805001"/>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97205FA-3FC8-C96E-6F66-3E3093EA41C7}"/>
              </a:ext>
            </a:extLst>
          </p:cNvPr>
          <p:cNvCxnSpPr>
            <a:cxnSpLocks/>
            <a:stCxn id="12" idx="0"/>
            <a:endCxn id="11" idx="1"/>
          </p:cNvCxnSpPr>
          <p:nvPr/>
        </p:nvCxnSpPr>
        <p:spPr>
          <a:xfrm flipV="1">
            <a:off x="912602" y="4461605"/>
            <a:ext cx="396467" cy="66691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36D4E52-CBC2-8A76-522C-9070F40A74E8}"/>
              </a:ext>
            </a:extLst>
          </p:cNvPr>
          <p:cNvCxnSpPr>
            <a:cxnSpLocks/>
            <a:stCxn id="14" idx="0"/>
            <a:endCxn id="10" idx="1"/>
          </p:cNvCxnSpPr>
          <p:nvPr/>
        </p:nvCxnSpPr>
        <p:spPr>
          <a:xfrm flipH="1" flipV="1">
            <a:off x="2051493" y="3914008"/>
            <a:ext cx="650581" cy="54759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5930AA-3AD5-5BEB-98A1-29EB0F34D037}"/>
              </a:ext>
            </a:extLst>
          </p:cNvPr>
          <p:cNvCxnSpPr>
            <a:cxnSpLocks/>
            <a:stCxn id="11" idx="1"/>
            <a:endCxn id="10" idx="1"/>
          </p:cNvCxnSpPr>
          <p:nvPr/>
        </p:nvCxnSpPr>
        <p:spPr>
          <a:xfrm flipV="1">
            <a:off x="1309069" y="3914008"/>
            <a:ext cx="742424" cy="54759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2A42EA-2300-3F82-3B3B-E053CDEBF44B}"/>
              </a:ext>
            </a:extLst>
          </p:cNvPr>
          <p:cNvCxnSpPr>
            <a:cxnSpLocks/>
            <a:stCxn id="13" idx="0"/>
            <a:endCxn id="11" idx="1"/>
          </p:cNvCxnSpPr>
          <p:nvPr/>
        </p:nvCxnSpPr>
        <p:spPr>
          <a:xfrm flipH="1" flipV="1">
            <a:off x="1309069" y="4461605"/>
            <a:ext cx="550957" cy="65758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Arc 9">
            <a:extLst>
              <a:ext uri="{FF2B5EF4-FFF2-40B4-BE49-F238E27FC236}">
                <a16:creationId xmlns:a16="http://schemas.microsoft.com/office/drawing/2014/main" id="{07A50DD6-4E63-9D9B-E849-2169D9FF2798}"/>
              </a:ext>
            </a:extLst>
          </p:cNvPr>
          <p:cNvSpPr/>
          <p:nvPr/>
        </p:nvSpPr>
        <p:spPr>
          <a:xfrm>
            <a:off x="1860025" y="372254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A</a:t>
            </a:r>
            <a:endParaRPr lang="th-TH" sz="2000" dirty="0">
              <a:solidFill>
                <a:sysClr val="windowText" lastClr="000000"/>
              </a:solidFill>
            </a:endParaRPr>
          </a:p>
        </p:txBody>
      </p:sp>
      <p:sp>
        <p:nvSpPr>
          <p:cNvPr id="11" name="Arc 10">
            <a:extLst>
              <a:ext uri="{FF2B5EF4-FFF2-40B4-BE49-F238E27FC236}">
                <a16:creationId xmlns:a16="http://schemas.microsoft.com/office/drawing/2014/main" id="{BC4C94AF-720B-96A6-D3DD-607ED72AEEDE}"/>
              </a:ext>
            </a:extLst>
          </p:cNvPr>
          <p:cNvSpPr/>
          <p:nvPr/>
        </p:nvSpPr>
        <p:spPr>
          <a:xfrm>
            <a:off x="1117601" y="427013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B</a:t>
            </a:r>
            <a:endParaRPr lang="th-TH" sz="2000" dirty="0">
              <a:solidFill>
                <a:sysClr val="windowText" lastClr="000000"/>
              </a:solidFill>
            </a:endParaRPr>
          </a:p>
        </p:txBody>
      </p:sp>
      <mc:AlternateContent xmlns:mc="http://schemas.openxmlformats.org/markup-compatibility/2006" xmlns:a14="http://schemas.microsoft.com/office/drawing/2010/main">
        <mc:Choice Requires="a14">
          <p:sp>
            <p:nvSpPr>
              <p:cNvPr id="12" name="Isosceles Triangle 11">
                <a:extLst>
                  <a:ext uri="{FF2B5EF4-FFF2-40B4-BE49-F238E27FC236}">
                    <a16:creationId xmlns:a16="http://schemas.microsoft.com/office/drawing/2014/main" id="{CFFE231C-2018-ECDF-C913-DABDF6C6FBEC}"/>
                  </a:ext>
                </a:extLst>
              </p:cNvPr>
              <p:cNvSpPr/>
              <p:nvPr/>
            </p:nvSpPr>
            <p:spPr>
              <a:xfrm>
                <a:off x="553112" y="5128521"/>
                <a:ext cx="718979" cy="996645"/>
              </a:xfrm>
              <a:prstGeom prst="triangle">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𝑥</m:t>
                      </m:r>
                    </m:oMath>
                  </m:oMathPara>
                </a14:m>
                <a:endParaRPr lang="en-US" sz="2000" baseline="-25000" dirty="0">
                  <a:solidFill>
                    <a:sysClr val="windowText" lastClr="000000"/>
                  </a:solidFill>
                </a:endParaRPr>
              </a:p>
            </p:txBody>
          </p:sp>
        </mc:Choice>
        <mc:Fallback xmlns="">
          <p:sp>
            <p:nvSpPr>
              <p:cNvPr id="12" name="Isosceles Triangle 11">
                <a:extLst>
                  <a:ext uri="{FF2B5EF4-FFF2-40B4-BE49-F238E27FC236}">
                    <a16:creationId xmlns:a16="http://schemas.microsoft.com/office/drawing/2014/main" id="{CFFE231C-2018-ECDF-C913-DABDF6C6FBEC}"/>
                  </a:ext>
                </a:extLst>
              </p:cNvPr>
              <p:cNvSpPr>
                <a:spLocks noRot="1" noChangeAspect="1" noMove="1" noResize="1" noEditPoints="1" noAdjustHandles="1" noChangeArrowheads="1" noChangeShapeType="1" noTextEdit="1"/>
              </p:cNvSpPr>
              <p:nvPr/>
            </p:nvSpPr>
            <p:spPr>
              <a:xfrm>
                <a:off x="553112" y="5128521"/>
                <a:ext cx="718979" cy="996645"/>
              </a:xfrm>
              <a:prstGeom prst="triangle">
                <a:avLst/>
              </a:prstGeom>
              <a:blipFill>
                <a:blip r:embed="rId2"/>
                <a:stretch>
                  <a:fillRect/>
                </a:stretch>
              </a:blipFill>
              <a:ln>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Isosceles Triangle 12">
                <a:extLst>
                  <a:ext uri="{FF2B5EF4-FFF2-40B4-BE49-F238E27FC236}">
                    <a16:creationId xmlns:a16="http://schemas.microsoft.com/office/drawing/2014/main" id="{DC037F65-372E-98FA-CCB3-600097CC578A}"/>
                  </a:ext>
                </a:extLst>
              </p:cNvPr>
              <p:cNvSpPr/>
              <p:nvPr/>
            </p:nvSpPr>
            <p:spPr>
              <a:xfrm>
                <a:off x="1500536" y="5119189"/>
                <a:ext cx="718979" cy="996645"/>
              </a:xfrm>
              <a:prstGeom prst="triangle">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𝑦</m:t>
                      </m:r>
                    </m:oMath>
                  </m:oMathPara>
                </a14:m>
                <a:endParaRPr lang="en-US" sz="2000" baseline="-25000" dirty="0">
                  <a:solidFill>
                    <a:sysClr val="windowText" lastClr="000000"/>
                  </a:solidFill>
                </a:endParaRPr>
              </a:p>
            </p:txBody>
          </p:sp>
        </mc:Choice>
        <mc:Fallback xmlns="">
          <p:sp>
            <p:nvSpPr>
              <p:cNvPr id="13" name="Isosceles Triangle 12">
                <a:extLst>
                  <a:ext uri="{FF2B5EF4-FFF2-40B4-BE49-F238E27FC236}">
                    <a16:creationId xmlns:a16="http://schemas.microsoft.com/office/drawing/2014/main" id="{DC037F65-372E-98FA-CCB3-600097CC578A}"/>
                  </a:ext>
                </a:extLst>
              </p:cNvPr>
              <p:cNvSpPr>
                <a:spLocks noRot="1" noChangeAspect="1" noMove="1" noResize="1" noEditPoints="1" noAdjustHandles="1" noChangeArrowheads="1" noChangeShapeType="1" noTextEdit="1"/>
              </p:cNvSpPr>
              <p:nvPr/>
            </p:nvSpPr>
            <p:spPr>
              <a:xfrm>
                <a:off x="1500536" y="5119189"/>
                <a:ext cx="718979" cy="996645"/>
              </a:xfrm>
              <a:prstGeom prst="triangle">
                <a:avLst/>
              </a:prstGeom>
              <a:blipFill>
                <a:blip r:embed="rId3"/>
                <a:stretch>
                  <a:fillRect/>
                </a:stretch>
              </a:blipFill>
              <a:ln>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Isosceles Triangle 13">
                <a:extLst>
                  <a:ext uri="{FF2B5EF4-FFF2-40B4-BE49-F238E27FC236}">
                    <a16:creationId xmlns:a16="http://schemas.microsoft.com/office/drawing/2014/main" id="{19EB4C0B-EDAF-43D9-D3B4-BBFB453C6F04}"/>
                  </a:ext>
                </a:extLst>
              </p:cNvPr>
              <p:cNvSpPr/>
              <p:nvPr/>
            </p:nvSpPr>
            <p:spPr>
              <a:xfrm>
                <a:off x="2342584" y="4461604"/>
                <a:ext cx="718979" cy="996645"/>
              </a:xfrm>
              <a:prstGeom prst="triangle">
                <a:avLst/>
              </a:prstGeom>
              <a:solidFill>
                <a:schemeClr val="accent1"/>
              </a:solidFill>
              <a:ln>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𝑧</m:t>
                      </m:r>
                    </m:oMath>
                  </m:oMathPara>
                </a14:m>
                <a:endParaRPr lang="en-US" sz="2000" baseline="-25000" dirty="0">
                  <a:solidFill>
                    <a:sysClr val="windowText" lastClr="000000"/>
                  </a:solidFill>
                </a:endParaRPr>
              </a:p>
            </p:txBody>
          </p:sp>
        </mc:Choice>
        <mc:Fallback xmlns="">
          <p:sp>
            <p:nvSpPr>
              <p:cNvPr id="14" name="Isosceles Triangle 13">
                <a:extLst>
                  <a:ext uri="{FF2B5EF4-FFF2-40B4-BE49-F238E27FC236}">
                    <a16:creationId xmlns:a16="http://schemas.microsoft.com/office/drawing/2014/main" id="{19EB4C0B-EDAF-43D9-D3B4-BBFB453C6F04}"/>
                  </a:ext>
                </a:extLst>
              </p:cNvPr>
              <p:cNvSpPr>
                <a:spLocks noRot="1" noChangeAspect="1" noMove="1" noResize="1" noEditPoints="1" noAdjustHandles="1" noChangeArrowheads="1" noChangeShapeType="1" noTextEdit="1"/>
              </p:cNvSpPr>
              <p:nvPr/>
            </p:nvSpPr>
            <p:spPr>
              <a:xfrm>
                <a:off x="2342584" y="4461604"/>
                <a:ext cx="718979" cy="996645"/>
              </a:xfrm>
              <a:prstGeom prst="triangle">
                <a:avLst/>
              </a:prstGeom>
              <a:blipFill>
                <a:blip r:embed="rId4"/>
                <a:stretch>
                  <a:fillRect/>
                </a:stretch>
              </a:blipFill>
              <a:ln>
                <a:solidFill>
                  <a:schemeClr val="accent1">
                    <a:lumMod val="50000"/>
                  </a:schemeClr>
                </a:solidFill>
              </a:ln>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F1FA7ED5-D14E-A0F9-D46E-02FAC0C47DD9}"/>
              </a:ext>
            </a:extLst>
          </p:cNvPr>
          <p:cNvCxnSpPr>
            <a:cxnSpLocks/>
            <a:stCxn id="21" idx="0"/>
            <a:endCxn id="20" idx="1"/>
          </p:cNvCxnSpPr>
          <p:nvPr/>
        </p:nvCxnSpPr>
        <p:spPr>
          <a:xfrm flipV="1">
            <a:off x="8013629" y="3914008"/>
            <a:ext cx="550957" cy="54759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4F75D1A-2231-6BC3-CEB1-809E6F8D61FA}"/>
              </a:ext>
            </a:extLst>
          </p:cNvPr>
          <p:cNvCxnSpPr>
            <a:cxnSpLocks/>
            <a:stCxn id="23" idx="0"/>
            <a:endCxn id="19" idx="1"/>
          </p:cNvCxnSpPr>
          <p:nvPr/>
        </p:nvCxnSpPr>
        <p:spPr>
          <a:xfrm flipH="1" flipV="1">
            <a:off x="9407596" y="4461605"/>
            <a:ext cx="570355" cy="65758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0CF77E6-F325-AAA7-9639-3F4675451AB2}"/>
              </a:ext>
            </a:extLst>
          </p:cNvPr>
          <p:cNvCxnSpPr>
            <a:cxnSpLocks/>
            <a:stCxn id="20" idx="1"/>
            <a:endCxn id="19" idx="1"/>
          </p:cNvCxnSpPr>
          <p:nvPr/>
        </p:nvCxnSpPr>
        <p:spPr>
          <a:xfrm>
            <a:off x="8564586" y="3914008"/>
            <a:ext cx="843010" cy="54759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A5CB6E7-A757-DCA1-B8FD-E17D9BE1C0CB}"/>
              </a:ext>
            </a:extLst>
          </p:cNvPr>
          <p:cNvCxnSpPr>
            <a:cxnSpLocks/>
            <a:stCxn id="22" idx="0"/>
            <a:endCxn id="19" idx="1"/>
          </p:cNvCxnSpPr>
          <p:nvPr/>
        </p:nvCxnSpPr>
        <p:spPr>
          <a:xfrm flipV="1">
            <a:off x="8911779" y="4461605"/>
            <a:ext cx="495817" cy="65758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Arc 18">
            <a:extLst>
              <a:ext uri="{FF2B5EF4-FFF2-40B4-BE49-F238E27FC236}">
                <a16:creationId xmlns:a16="http://schemas.microsoft.com/office/drawing/2014/main" id="{AACF4BAE-E58A-747A-2754-2660BFD90506}"/>
              </a:ext>
            </a:extLst>
          </p:cNvPr>
          <p:cNvSpPr/>
          <p:nvPr/>
        </p:nvSpPr>
        <p:spPr>
          <a:xfrm>
            <a:off x="9216128" y="427013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A</a:t>
            </a:r>
            <a:endParaRPr lang="th-TH" sz="2000" dirty="0">
              <a:solidFill>
                <a:sysClr val="windowText" lastClr="000000"/>
              </a:solidFill>
            </a:endParaRPr>
          </a:p>
        </p:txBody>
      </p:sp>
      <p:sp>
        <p:nvSpPr>
          <p:cNvPr id="20" name="Arc 19">
            <a:extLst>
              <a:ext uri="{FF2B5EF4-FFF2-40B4-BE49-F238E27FC236}">
                <a16:creationId xmlns:a16="http://schemas.microsoft.com/office/drawing/2014/main" id="{CDA0B51F-F5DA-2C31-8305-5420A1874901}"/>
              </a:ext>
            </a:extLst>
          </p:cNvPr>
          <p:cNvSpPr/>
          <p:nvPr/>
        </p:nvSpPr>
        <p:spPr>
          <a:xfrm>
            <a:off x="8373118" y="372254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B</a:t>
            </a:r>
            <a:endParaRPr lang="th-TH" sz="2000" dirty="0">
              <a:solidFill>
                <a:sysClr val="windowText" lastClr="000000"/>
              </a:solidFill>
            </a:endParaRPr>
          </a:p>
        </p:txBody>
      </p:sp>
      <mc:AlternateContent xmlns:mc="http://schemas.openxmlformats.org/markup-compatibility/2006" xmlns:a14="http://schemas.microsoft.com/office/drawing/2010/main">
        <mc:Choice Requires="a14">
          <p:sp>
            <p:nvSpPr>
              <p:cNvPr id="21" name="Isosceles Triangle 20">
                <a:extLst>
                  <a:ext uri="{FF2B5EF4-FFF2-40B4-BE49-F238E27FC236}">
                    <a16:creationId xmlns:a16="http://schemas.microsoft.com/office/drawing/2014/main" id="{22F42FFB-BD5C-8F19-4268-940F9AC5F280}"/>
                  </a:ext>
                </a:extLst>
              </p:cNvPr>
              <p:cNvSpPr/>
              <p:nvPr/>
            </p:nvSpPr>
            <p:spPr>
              <a:xfrm>
                <a:off x="7654139" y="4461604"/>
                <a:ext cx="718979" cy="996645"/>
              </a:xfrm>
              <a:prstGeom prst="triangle">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𝑥</m:t>
                      </m:r>
                    </m:oMath>
                  </m:oMathPara>
                </a14:m>
                <a:endParaRPr lang="en-US" sz="2000" baseline="-25000" dirty="0">
                  <a:solidFill>
                    <a:sysClr val="windowText" lastClr="000000"/>
                  </a:solidFill>
                </a:endParaRPr>
              </a:p>
            </p:txBody>
          </p:sp>
        </mc:Choice>
        <mc:Fallback xmlns="">
          <p:sp>
            <p:nvSpPr>
              <p:cNvPr id="21" name="Isosceles Triangle 20">
                <a:extLst>
                  <a:ext uri="{FF2B5EF4-FFF2-40B4-BE49-F238E27FC236}">
                    <a16:creationId xmlns:a16="http://schemas.microsoft.com/office/drawing/2014/main" id="{22F42FFB-BD5C-8F19-4268-940F9AC5F280}"/>
                  </a:ext>
                </a:extLst>
              </p:cNvPr>
              <p:cNvSpPr>
                <a:spLocks noRot="1" noChangeAspect="1" noMove="1" noResize="1" noEditPoints="1" noAdjustHandles="1" noChangeArrowheads="1" noChangeShapeType="1" noTextEdit="1"/>
              </p:cNvSpPr>
              <p:nvPr/>
            </p:nvSpPr>
            <p:spPr>
              <a:xfrm>
                <a:off x="7654139" y="4461604"/>
                <a:ext cx="718979" cy="996645"/>
              </a:xfrm>
              <a:prstGeom prst="triangle">
                <a:avLst/>
              </a:prstGeom>
              <a:blipFill>
                <a:blip r:embed="rId5"/>
                <a:stretch>
                  <a:fillRect/>
                </a:stretch>
              </a:blipFill>
              <a:ln>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Isosceles Triangle 21">
                <a:extLst>
                  <a:ext uri="{FF2B5EF4-FFF2-40B4-BE49-F238E27FC236}">
                    <a16:creationId xmlns:a16="http://schemas.microsoft.com/office/drawing/2014/main" id="{7D47FB9A-0479-C152-DDD6-7887F6999FEB}"/>
                  </a:ext>
                </a:extLst>
              </p:cNvPr>
              <p:cNvSpPr/>
              <p:nvPr/>
            </p:nvSpPr>
            <p:spPr>
              <a:xfrm>
                <a:off x="8552289" y="5119190"/>
                <a:ext cx="718979" cy="996645"/>
              </a:xfrm>
              <a:prstGeom prst="triangle">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𝑦</m:t>
                      </m:r>
                    </m:oMath>
                  </m:oMathPara>
                </a14:m>
                <a:endParaRPr lang="en-US" sz="2000" baseline="-25000" dirty="0">
                  <a:solidFill>
                    <a:sysClr val="windowText" lastClr="000000"/>
                  </a:solidFill>
                </a:endParaRPr>
              </a:p>
            </p:txBody>
          </p:sp>
        </mc:Choice>
        <mc:Fallback xmlns="">
          <p:sp>
            <p:nvSpPr>
              <p:cNvPr id="22" name="Isosceles Triangle 21">
                <a:extLst>
                  <a:ext uri="{FF2B5EF4-FFF2-40B4-BE49-F238E27FC236}">
                    <a16:creationId xmlns:a16="http://schemas.microsoft.com/office/drawing/2014/main" id="{7D47FB9A-0479-C152-DDD6-7887F6999FEB}"/>
                  </a:ext>
                </a:extLst>
              </p:cNvPr>
              <p:cNvSpPr>
                <a:spLocks noRot="1" noChangeAspect="1" noMove="1" noResize="1" noEditPoints="1" noAdjustHandles="1" noChangeArrowheads="1" noChangeShapeType="1" noTextEdit="1"/>
              </p:cNvSpPr>
              <p:nvPr/>
            </p:nvSpPr>
            <p:spPr>
              <a:xfrm>
                <a:off x="8552289" y="5119190"/>
                <a:ext cx="718979" cy="996645"/>
              </a:xfrm>
              <a:prstGeom prst="triangle">
                <a:avLst/>
              </a:prstGeom>
              <a:blipFill>
                <a:blip r:embed="rId6"/>
                <a:stretch>
                  <a:fillRect/>
                </a:stretch>
              </a:blipFill>
              <a:ln>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Isosceles Triangle 22">
                <a:extLst>
                  <a:ext uri="{FF2B5EF4-FFF2-40B4-BE49-F238E27FC236}">
                    <a16:creationId xmlns:a16="http://schemas.microsoft.com/office/drawing/2014/main" id="{DF371297-C1CD-372D-FA75-1445E1430AC8}"/>
                  </a:ext>
                </a:extLst>
              </p:cNvPr>
              <p:cNvSpPr/>
              <p:nvPr/>
            </p:nvSpPr>
            <p:spPr>
              <a:xfrm>
                <a:off x="9618461" y="5119189"/>
                <a:ext cx="718979" cy="996645"/>
              </a:xfrm>
              <a:prstGeom prst="triangle">
                <a:avLst/>
              </a:prstGeom>
              <a:solidFill>
                <a:schemeClr val="accent1"/>
              </a:solidFill>
              <a:ln>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𝑧</m:t>
                      </m:r>
                    </m:oMath>
                  </m:oMathPara>
                </a14:m>
                <a:endParaRPr lang="en-US" sz="2000" baseline="-25000" dirty="0">
                  <a:solidFill>
                    <a:sysClr val="windowText" lastClr="000000"/>
                  </a:solidFill>
                </a:endParaRPr>
              </a:p>
            </p:txBody>
          </p:sp>
        </mc:Choice>
        <mc:Fallback xmlns="">
          <p:sp>
            <p:nvSpPr>
              <p:cNvPr id="23" name="Isosceles Triangle 22">
                <a:extLst>
                  <a:ext uri="{FF2B5EF4-FFF2-40B4-BE49-F238E27FC236}">
                    <a16:creationId xmlns:a16="http://schemas.microsoft.com/office/drawing/2014/main" id="{DF371297-C1CD-372D-FA75-1445E1430AC8}"/>
                  </a:ext>
                </a:extLst>
              </p:cNvPr>
              <p:cNvSpPr>
                <a:spLocks noRot="1" noChangeAspect="1" noMove="1" noResize="1" noEditPoints="1" noAdjustHandles="1" noChangeArrowheads="1" noChangeShapeType="1" noTextEdit="1"/>
              </p:cNvSpPr>
              <p:nvPr/>
            </p:nvSpPr>
            <p:spPr>
              <a:xfrm>
                <a:off x="9618461" y="5119189"/>
                <a:ext cx="718979" cy="996645"/>
              </a:xfrm>
              <a:prstGeom prst="triangle">
                <a:avLst/>
              </a:prstGeom>
              <a:blipFill>
                <a:blip r:embed="rId7"/>
                <a:stretch>
                  <a:fillRect/>
                </a:stretch>
              </a:blipFill>
              <a:ln>
                <a:solidFill>
                  <a:schemeClr val="accent1">
                    <a:lumMod val="50000"/>
                  </a:schemeClr>
                </a:solidFill>
              </a:ln>
            </p:spPr>
            <p:txBody>
              <a:bodyPr/>
              <a:lstStyle/>
              <a:p>
                <a:r>
                  <a:rPr lang="en-US">
                    <a:noFill/>
                  </a:rPr>
                  <a:t> </a:t>
                </a:r>
              </a:p>
            </p:txBody>
          </p:sp>
        </mc:Fallback>
      </mc:AlternateContent>
      <p:sp>
        <p:nvSpPr>
          <p:cNvPr id="24" name="Arrow: Right 23">
            <a:extLst>
              <a:ext uri="{FF2B5EF4-FFF2-40B4-BE49-F238E27FC236}">
                <a16:creationId xmlns:a16="http://schemas.microsoft.com/office/drawing/2014/main" id="{5084C0D9-27A6-4277-6D12-9FB0E153139F}"/>
              </a:ext>
            </a:extLst>
          </p:cNvPr>
          <p:cNvSpPr/>
          <p:nvPr/>
        </p:nvSpPr>
        <p:spPr>
          <a:xfrm flipH="1">
            <a:off x="3313674" y="3153467"/>
            <a:ext cx="4131930" cy="569073"/>
          </a:xfrm>
          <a:prstGeom prst="rightArrow">
            <a:avLst>
              <a:gd name="adj1" fmla="val 50000"/>
              <a:gd name="adj2" fmla="val 35440"/>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800" dirty="0"/>
              <a:t>Rotate </a:t>
            </a:r>
            <a:r>
              <a:rPr lang="en-US" sz="1800" u="sng" dirty="0"/>
              <a:t>Left</a:t>
            </a:r>
            <a:r>
              <a:rPr lang="en-US" sz="1800" dirty="0"/>
              <a:t> at B</a:t>
            </a:r>
          </a:p>
        </p:txBody>
      </p:sp>
      <p:sp>
        <p:nvSpPr>
          <p:cNvPr id="25" name="TextBox 24">
            <a:extLst>
              <a:ext uri="{FF2B5EF4-FFF2-40B4-BE49-F238E27FC236}">
                <a16:creationId xmlns:a16="http://schemas.microsoft.com/office/drawing/2014/main" id="{D03832A4-1C9B-A31B-19E0-11E79EFF8AFE}"/>
              </a:ext>
            </a:extLst>
          </p:cNvPr>
          <p:cNvSpPr txBox="1"/>
          <p:nvPr/>
        </p:nvSpPr>
        <p:spPr>
          <a:xfrm>
            <a:off x="3313674" y="3788604"/>
            <a:ext cx="4323079" cy="1077218"/>
          </a:xfrm>
          <a:prstGeom prst="rect">
            <a:avLst/>
          </a:prstGeom>
          <a:noFill/>
        </p:spPr>
        <p:txBody>
          <a:bodyPr wrap="square" rtlCol="0">
            <a:spAutoFit/>
          </a:bodyPr>
          <a:lstStyle/>
          <a:p>
            <a:pPr marL="180975" indent="-180975">
              <a:buFont typeface="Arial" panose="020B0604020202020204" pitchFamily="34" charset="0"/>
              <a:buChar char="•"/>
            </a:pPr>
            <a:r>
              <a:rPr lang="en-US" sz="1600" dirty="0"/>
              <a:t>Move </a:t>
            </a:r>
            <a:r>
              <a:rPr lang="en-US" sz="1600" u="sng" dirty="0">
                <a:solidFill>
                  <a:schemeClr val="accent3"/>
                </a:solidFill>
              </a:rPr>
              <a:t>A</a:t>
            </a:r>
            <a:r>
              <a:rPr lang="en-US" sz="1600" dirty="0"/>
              <a:t> up as the new root of the subtree</a:t>
            </a:r>
          </a:p>
          <a:p>
            <a:pPr marL="180975" indent="-180975">
              <a:buFont typeface="Arial" panose="020B0604020202020204" pitchFamily="34" charset="0"/>
              <a:buChar char="•"/>
            </a:pPr>
            <a:r>
              <a:rPr lang="en-US" sz="1600" dirty="0"/>
              <a:t>Move </a:t>
            </a:r>
            <a:r>
              <a:rPr lang="en-US" sz="1600" u="sng" dirty="0">
                <a:solidFill>
                  <a:schemeClr val="accent3"/>
                </a:solidFill>
              </a:rPr>
              <a:t>B</a:t>
            </a:r>
            <a:r>
              <a:rPr lang="en-US" sz="1600" dirty="0"/>
              <a:t> to be the </a:t>
            </a:r>
            <a:r>
              <a:rPr lang="en-US" sz="1600" u="sng" dirty="0"/>
              <a:t>left</a:t>
            </a:r>
            <a:r>
              <a:rPr lang="en-US" sz="1600" dirty="0"/>
              <a:t> child of </a:t>
            </a:r>
            <a:r>
              <a:rPr lang="en-US" sz="1600" u="sng" dirty="0">
                <a:solidFill>
                  <a:schemeClr val="accent3"/>
                </a:solidFill>
              </a:rPr>
              <a:t>A</a:t>
            </a:r>
          </a:p>
          <a:p>
            <a:pPr marL="180975" indent="-180975">
              <a:buFont typeface="Arial" panose="020B0604020202020204" pitchFamily="34" charset="0"/>
              <a:buChar char="•"/>
            </a:pPr>
            <a:r>
              <a:rPr lang="en-US" sz="1600" dirty="0"/>
              <a:t>Move </a:t>
            </a:r>
            <a:r>
              <a:rPr lang="en-US" sz="1600" dirty="0">
                <a:solidFill>
                  <a:schemeClr val="accent4"/>
                </a:solidFill>
              </a:rPr>
              <a:t>y</a:t>
            </a:r>
            <a:r>
              <a:rPr lang="en-US" sz="1600" dirty="0"/>
              <a:t> to be the </a:t>
            </a:r>
            <a:r>
              <a:rPr lang="en-US" sz="1600" u="sng" dirty="0"/>
              <a:t>right</a:t>
            </a:r>
            <a:r>
              <a:rPr lang="en-US" sz="1600" dirty="0"/>
              <a:t> child of </a:t>
            </a:r>
            <a:r>
              <a:rPr lang="en-US" sz="1600" u="sng" dirty="0">
                <a:solidFill>
                  <a:schemeClr val="accent3"/>
                </a:solidFill>
              </a:rPr>
              <a:t>B</a:t>
            </a:r>
          </a:p>
          <a:p>
            <a:pPr marL="180975" indent="-180975">
              <a:buFont typeface="Arial" panose="020B0604020202020204" pitchFamily="34" charset="0"/>
              <a:buChar char="•"/>
            </a:pPr>
            <a:r>
              <a:rPr lang="en-US" sz="1600" dirty="0"/>
              <a:t>Subtree </a:t>
            </a:r>
            <a:r>
              <a:rPr lang="en-US" sz="1600" dirty="0">
                <a:solidFill>
                  <a:schemeClr val="accent3"/>
                </a:solidFill>
              </a:rPr>
              <a:t>x</a:t>
            </a:r>
            <a:r>
              <a:rPr lang="en-US" sz="1600" dirty="0"/>
              <a:t> and </a:t>
            </a:r>
            <a:r>
              <a:rPr lang="en-US" sz="1600" dirty="0">
                <a:solidFill>
                  <a:schemeClr val="accent6"/>
                </a:solidFill>
              </a:rPr>
              <a:t>z</a:t>
            </a:r>
            <a:r>
              <a:rPr lang="en-US" sz="1600" dirty="0"/>
              <a:t> stay the same</a:t>
            </a:r>
          </a:p>
        </p:txBody>
      </p:sp>
      <p:sp>
        <p:nvSpPr>
          <p:cNvPr id="26" name="Speech Bubble: Rectangle with Corners Rounded 25">
            <a:extLst>
              <a:ext uri="{FF2B5EF4-FFF2-40B4-BE49-F238E27FC236}">
                <a16:creationId xmlns:a16="http://schemas.microsoft.com/office/drawing/2014/main" id="{338EA8C7-3E13-3D94-B801-0774FB42F96A}"/>
              </a:ext>
            </a:extLst>
          </p:cNvPr>
          <p:cNvSpPr/>
          <p:nvPr/>
        </p:nvSpPr>
        <p:spPr>
          <a:xfrm>
            <a:off x="129092" y="2029624"/>
            <a:ext cx="3102378" cy="1399376"/>
          </a:xfrm>
          <a:prstGeom prst="wedgeRoundRectCallout">
            <a:avLst>
              <a:gd name="adj1" fmla="val -261"/>
              <a:gd name="adj2" fmla="val 8076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1800" b="1" dirty="0"/>
              <a:t>After rotation:</a:t>
            </a:r>
          </a:p>
          <a:p>
            <a:pPr marL="180975" indent="-180975">
              <a:buFont typeface="Arial" panose="020B0604020202020204" pitchFamily="34" charset="0"/>
              <a:buChar char="•"/>
            </a:pPr>
            <a:r>
              <a:rPr lang="en-US" sz="1800" dirty="0"/>
              <a:t>A is the new root</a:t>
            </a:r>
          </a:p>
          <a:p>
            <a:pPr marL="180975" indent="-180975">
              <a:buFont typeface="Arial" panose="020B0604020202020204" pitchFamily="34" charset="0"/>
              <a:buChar char="•"/>
            </a:pPr>
            <a:r>
              <a:rPr lang="en-US" sz="1800" dirty="0"/>
              <a:t>Height of y stays the same</a:t>
            </a:r>
          </a:p>
          <a:p>
            <a:pPr marL="180975" indent="-180975">
              <a:buFont typeface="Arial" panose="020B0604020202020204" pitchFamily="34" charset="0"/>
              <a:buChar char="•"/>
            </a:pPr>
            <a:r>
              <a:rPr lang="en-US" sz="1800" dirty="0"/>
              <a:t>Height of x increases</a:t>
            </a:r>
          </a:p>
          <a:p>
            <a:pPr marL="180975" indent="-180975">
              <a:buFont typeface="Arial" panose="020B0604020202020204" pitchFamily="34" charset="0"/>
              <a:buChar char="•"/>
            </a:pPr>
            <a:r>
              <a:rPr lang="en-US" sz="1800" dirty="0"/>
              <a:t>Height of z decreases</a:t>
            </a:r>
          </a:p>
        </p:txBody>
      </p:sp>
      <p:sp>
        <p:nvSpPr>
          <p:cNvPr id="27" name="Speech Bubble: Rectangle with Corners Rounded 26">
            <a:extLst>
              <a:ext uri="{FF2B5EF4-FFF2-40B4-BE49-F238E27FC236}">
                <a16:creationId xmlns:a16="http://schemas.microsoft.com/office/drawing/2014/main" id="{931A7B19-E55D-9A8F-C307-7B934F4872B4}"/>
              </a:ext>
            </a:extLst>
          </p:cNvPr>
          <p:cNvSpPr/>
          <p:nvPr/>
        </p:nvSpPr>
        <p:spPr>
          <a:xfrm>
            <a:off x="3588944" y="5096740"/>
            <a:ext cx="3705706" cy="1566649"/>
          </a:xfrm>
          <a:prstGeom prst="wedgeRoundRectCallout">
            <a:avLst>
              <a:gd name="adj1" fmla="val 56853"/>
              <a:gd name="adj2" fmla="val -3034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1800" b="1" dirty="0"/>
              <a:t>Before rotation:</a:t>
            </a:r>
          </a:p>
          <a:p>
            <a:pPr marL="177800" indent="-177800">
              <a:buFont typeface="Arial" panose="020B0604020202020204" pitchFamily="34" charset="0"/>
              <a:buChar char="•"/>
            </a:pPr>
            <a:r>
              <a:rPr lang="en-US" sz="1800" dirty="0"/>
              <a:t>B is the root of a subtree</a:t>
            </a:r>
          </a:p>
          <a:p>
            <a:pPr marL="177800" indent="-177800">
              <a:buFont typeface="Arial" panose="020B0604020202020204" pitchFamily="34" charset="0"/>
              <a:buChar char="•"/>
            </a:pPr>
            <a:r>
              <a:rPr lang="en-US" sz="1800" dirty="0"/>
              <a:t>A, the right child of B, must exist</a:t>
            </a:r>
          </a:p>
          <a:p>
            <a:pPr marL="177800" indent="-177800">
              <a:buFont typeface="Arial" panose="020B0604020202020204" pitchFamily="34" charset="0"/>
              <a:buChar char="•"/>
            </a:pPr>
            <a:r>
              <a:rPr lang="en-US" sz="1800" dirty="0"/>
              <a:t>x, y and z are some (maybe empty) subtrees</a:t>
            </a:r>
          </a:p>
        </p:txBody>
      </p:sp>
    </p:spTree>
    <p:extLst>
      <p:ext uri="{BB962C8B-B14F-4D97-AF65-F5344CB8AC3E}">
        <p14:creationId xmlns:p14="http://schemas.microsoft.com/office/powerpoint/2010/main" val="2677175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9770D398-2880-BD88-A0E4-FE7349467FA6}"/>
              </a:ext>
            </a:extLst>
          </p:cNvPr>
          <p:cNvCxnSpPr>
            <a:cxnSpLocks/>
            <a:stCxn id="19" idx="0"/>
          </p:cNvCxnSpPr>
          <p:nvPr/>
        </p:nvCxnSpPr>
        <p:spPr>
          <a:xfrm flipV="1">
            <a:off x="9091336" y="3324895"/>
            <a:ext cx="191466" cy="65758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483E125-9F14-B328-151C-3F8182E9EAA9}"/>
              </a:ext>
            </a:extLst>
          </p:cNvPr>
          <p:cNvCxnSpPr>
            <a:cxnSpLocks/>
          </p:cNvCxnSpPr>
          <p:nvPr/>
        </p:nvCxnSpPr>
        <p:spPr>
          <a:xfrm>
            <a:off x="8528658" y="2800740"/>
            <a:ext cx="754144" cy="52304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846A8A8-91A3-DD88-C7D1-B4EF0519BF57}"/>
              </a:ext>
            </a:extLst>
          </p:cNvPr>
          <p:cNvSpPr>
            <a:spLocks noGrp="1"/>
          </p:cNvSpPr>
          <p:nvPr>
            <p:ph type="title"/>
          </p:nvPr>
        </p:nvSpPr>
        <p:spPr/>
        <p:txBody>
          <a:bodyPr/>
          <a:lstStyle/>
          <a:p>
            <a:r>
              <a:rPr lang="en-US" dirty="0"/>
              <a:t>Rotation Code</a:t>
            </a:r>
          </a:p>
        </p:txBody>
      </p:sp>
      <p:sp>
        <p:nvSpPr>
          <p:cNvPr id="10" name="Content Placeholder 9">
            <a:extLst>
              <a:ext uri="{FF2B5EF4-FFF2-40B4-BE49-F238E27FC236}">
                <a16:creationId xmlns:a16="http://schemas.microsoft.com/office/drawing/2014/main" id="{D98B2B5D-9283-558B-51AD-114F052B2CE6}"/>
              </a:ext>
            </a:extLst>
          </p:cNvPr>
          <p:cNvSpPr>
            <a:spLocks noGrp="1"/>
          </p:cNvSpPr>
          <p:nvPr>
            <p:ph idx="1"/>
          </p:nvPr>
        </p:nvSpPr>
        <p:spPr>
          <a:xfrm>
            <a:off x="838200" y="3233956"/>
            <a:ext cx="6096698" cy="1681994"/>
          </a:xfrm>
        </p:spPr>
        <p:txBody>
          <a:bodyPr/>
          <a:lstStyle/>
          <a:p>
            <a:r>
              <a:rPr lang="en-US" dirty="0"/>
              <a:t>Take a root of a subtree</a:t>
            </a:r>
          </a:p>
          <a:p>
            <a:r>
              <a:rPr lang="en-US" dirty="0"/>
              <a:t>return the new root of the subtree</a:t>
            </a:r>
          </a:p>
        </p:txBody>
      </p:sp>
      <p:sp>
        <p:nvSpPr>
          <p:cNvPr id="7" name="TextBox 6">
            <a:extLst>
              <a:ext uri="{FF2B5EF4-FFF2-40B4-BE49-F238E27FC236}">
                <a16:creationId xmlns:a16="http://schemas.microsoft.com/office/drawing/2014/main" id="{BCC0E27C-90F3-9B9B-D542-C8D85046B660}"/>
              </a:ext>
            </a:extLst>
          </p:cNvPr>
          <p:cNvSpPr txBox="1"/>
          <p:nvPr/>
        </p:nvSpPr>
        <p:spPr>
          <a:xfrm>
            <a:off x="841695" y="1262354"/>
            <a:ext cx="6096698" cy="1569660"/>
          </a:xfrm>
          <a:prstGeom prst="rect">
            <a:avLst/>
          </a:prstGeom>
          <a:solidFill>
            <a:schemeClr val="bg1"/>
          </a:solidFill>
          <a:ln>
            <a:solidFill>
              <a:schemeClr val="accent1"/>
            </a:solidFill>
          </a:ln>
        </p:spPr>
        <p:txBody>
          <a:bodyPr wrap="square">
            <a:spAutoFit/>
          </a:bodyPr>
          <a:lstStyle/>
          <a:p>
            <a:r>
              <a:rPr lang="en-US" sz="1200" b="0" dirty="0">
                <a:solidFill>
                  <a:srgbClr val="4EC9B0"/>
                </a:solidFill>
                <a:effectLst/>
                <a:latin typeface="Monaspace Neon" pitchFamily="50" charset="0"/>
              </a:rPr>
              <a:t>node</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rotate_left_child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node </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set_left</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set_right</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set_height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set_height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a:t>
            </a:r>
          </a:p>
        </p:txBody>
      </p:sp>
      <p:sp>
        <p:nvSpPr>
          <p:cNvPr id="9" name="TextBox 8">
            <a:extLst>
              <a:ext uri="{FF2B5EF4-FFF2-40B4-BE49-F238E27FC236}">
                <a16:creationId xmlns:a16="http://schemas.microsoft.com/office/drawing/2014/main" id="{4F3D1F1F-9354-5EFD-66D0-7929BCCA108E}"/>
              </a:ext>
            </a:extLst>
          </p:cNvPr>
          <p:cNvSpPr txBox="1"/>
          <p:nvPr/>
        </p:nvSpPr>
        <p:spPr>
          <a:xfrm>
            <a:off x="838200" y="5028472"/>
            <a:ext cx="6096698" cy="1569660"/>
          </a:xfrm>
          <a:prstGeom prst="rect">
            <a:avLst/>
          </a:prstGeom>
          <a:solidFill>
            <a:schemeClr val="bg1"/>
          </a:solidFill>
          <a:ln>
            <a:solidFill>
              <a:schemeClr val="accent1"/>
            </a:solidFill>
          </a:ln>
        </p:spPr>
        <p:txBody>
          <a:bodyPr wrap="square">
            <a:spAutoFit/>
          </a:bodyPr>
          <a:lstStyle/>
          <a:p>
            <a:r>
              <a:rPr lang="en-US" sz="1200" b="0" dirty="0">
                <a:solidFill>
                  <a:srgbClr val="4EC9B0"/>
                </a:solidFill>
                <a:effectLst/>
                <a:latin typeface="Monaspace Neon" pitchFamily="50" charset="0"/>
              </a:rPr>
              <a:t>node</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err="1">
                <a:solidFill>
                  <a:srgbClr val="DCDCAA"/>
                </a:solidFill>
                <a:effectLst/>
                <a:latin typeface="Monaspace Neon" pitchFamily="50" charset="0"/>
              </a:rPr>
              <a:t>rotate_right_child</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set_right</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set_left</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set_height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set_height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new_root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a:t>
            </a:r>
          </a:p>
        </p:txBody>
      </p:sp>
      <p:cxnSp>
        <p:nvCxnSpPr>
          <p:cNvPr id="11" name="Straight Connector 10">
            <a:extLst>
              <a:ext uri="{FF2B5EF4-FFF2-40B4-BE49-F238E27FC236}">
                <a16:creationId xmlns:a16="http://schemas.microsoft.com/office/drawing/2014/main" id="{DA61BFFD-8ACE-4524-D934-B234F9084CE5}"/>
              </a:ext>
            </a:extLst>
          </p:cNvPr>
          <p:cNvCxnSpPr>
            <a:cxnSpLocks/>
            <a:endCxn id="16" idx="1"/>
          </p:cNvCxnSpPr>
          <p:nvPr/>
        </p:nvCxnSpPr>
        <p:spPr>
          <a:xfrm>
            <a:off x="9282803" y="1950272"/>
            <a:ext cx="0" cy="827027"/>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1EE48D1-1B83-16C4-4E0E-A41F6A20526A}"/>
              </a:ext>
            </a:extLst>
          </p:cNvPr>
          <p:cNvCxnSpPr>
            <a:cxnSpLocks/>
            <a:stCxn id="18" idx="0"/>
            <a:endCxn id="17" idx="1"/>
          </p:cNvCxnSpPr>
          <p:nvPr/>
        </p:nvCxnSpPr>
        <p:spPr>
          <a:xfrm flipV="1">
            <a:off x="8143912" y="3324896"/>
            <a:ext cx="396467" cy="66691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CC96F50-9502-28DA-C1CA-8AF63B98588A}"/>
              </a:ext>
            </a:extLst>
          </p:cNvPr>
          <p:cNvCxnSpPr>
            <a:cxnSpLocks/>
            <a:stCxn id="20" idx="0"/>
            <a:endCxn id="16" idx="1"/>
          </p:cNvCxnSpPr>
          <p:nvPr/>
        </p:nvCxnSpPr>
        <p:spPr>
          <a:xfrm flipH="1" flipV="1">
            <a:off x="9282803" y="2777299"/>
            <a:ext cx="650581" cy="651701"/>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6C53B7E-9272-DBA5-B84F-A698A3790043}"/>
              </a:ext>
            </a:extLst>
          </p:cNvPr>
          <p:cNvCxnSpPr>
            <a:cxnSpLocks/>
            <a:stCxn id="17" idx="1"/>
            <a:endCxn id="16" idx="1"/>
          </p:cNvCxnSpPr>
          <p:nvPr/>
        </p:nvCxnSpPr>
        <p:spPr>
          <a:xfrm flipV="1">
            <a:off x="8540379" y="2777299"/>
            <a:ext cx="742424" cy="54759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06186E8-913E-E651-DCCC-A0BC75D253A4}"/>
              </a:ext>
            </a:extLst>
          </p:cNvPr>
          <p:cNvCxnSpPr>
            <a:cxnSpLocks/>
            <a:stCxn id="19" idx="0"/>
            <a:endCxn id="17" idx="1"/>
          </p:cNvCxnSpPr>
          <p:nvPr/>
        </p:nvCxnSpPr>
        <p:spPr>
          <a:xfrm flipH="1" flipV="1">
            <a:off x="8540379" y="3324896"/>
            <a:ext cx="550957" cy="65758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820ACA54-C183-E704-A05A-FD5975D79A07}"/>
              </a:ext>
            </a:extLst>
          </p:cNvPr>
          <p:cNvSpPr/>
          <p:nvPr/>
        </p:nvSpPr>
        <p:spPr>
          <a:xfrm>
            <a:off x="9091335" y="258583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A</a:t>
            </a:r>
            <a:endParaRPr lang="th-TH" sz="2000" dirty="0">
              <a:solidFill>
                <a:sysClr val="windowText" lastClr="000000"/>
              </a:solidFill>
            </a:endParaRPr>
          </a:p>
        </p:txBody>
      </p:sp>
      <p:sp>
        <p:nvSpPr>
          <p:cNvPr id="17" name="Arc 16">
            <a:extLst>
              <a:ext uri="{FF2B5EF4-FFF2-40B4-BE49-F238E27FC236}">
                <a16:creationId xmlns:a16="http://schemas.microsoft.com/office/drawing/2014/main" id="{73F1D529-0D09-75FB-6921-2E2B7D9FB6BC}"/>
              </a:ext>
            </a:extLst>
          </p:cNvPr>
          <p:cNvSpPr/>
          <p:nvPr/>
        </p:nvSpPr>
        <p:spPr>
          <a:xfrm>
            <a:off x="8348911" y="313342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B</a:t>
            </a:r>
            <a:endParaRPr lang="th-TH" sz="2000" dirty="0">
              <a:solidFill>
                <a:sysClr val="windowText" lastClr="000000"/>
              </a:solidFill>
            </a:endParaRPr>
          </a:p>
        </p:txBody>
      </p:sp>
      <mc:AlternateContent xmlns:mc="http://schemas.openxmlformats.org/markup-compatibility/2006" xmlns:a14="http://schemas.microsoft.com/office/drawing/2010/main">
        <mc:Choice Requires="a14">
          <p:sp>
            <p:nvSpPr>
              <p:cNvPr id="18" name="Isosceles Triangle 17">
                <a:extLst>
                  <a:ext uri="{FF2B5EF4-FFF2-40B4-BE49-F238E27FC236}">
                    <a16:creationId xmlns:a16="http://schemas.microsoft.com/office/drawing/2014/main" id="{30076859-7C92-2D84-EE28-7E8B807453F2}"/>
                  </a:ext>
                </a:extLst>
              </p:cNvPr>
              <p:cNvSpPr/>
              <p:nvPr/>
            </p:nvSpPr>
            <p:spPr>
              <a:xfrm>
                <a:off x="7784422" y="3991812"/>
                <a:ext cx="718979" cy="996645"/>
              </a:xfrm>
              <a:prstGeom prst="triangle">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𝑥</m:t>
                      </m:r>
                    </m:oMath>
                  </m:oMathPara>
                </a14:m>
                <a:endParaRPr lang="en-US" sz="2000" baseline="-25000" dirty="0">
                  <a:solidFill>
                    <a:sysClr val="windowText" lastClr="000000"/>
                  </a:solidFill>
                </a:endParaRPr>
              </a:p>
            </p:txBody>
          </p:sp>
        </mc:Choice>
        <mc:Fallback xmlns="">
          <p:sp>
            <p:nvSpPr>
              <p:cNvPr id="18" name="Isosceles Triangle 17">
                <a:extLst>
                  <a:ext uri="{FF2B5EF4-FFF2-40B4-BE49-F238E27FC236}">
                    <a16:creationId xmlns:a16="http://schemas.microsoft.com/office/drawing/2014/main" id="{30076859-7C92-2D84-EE28-7E8B807453F2}"/>
                  </a:ext>
                </a:extLst>
              </p:cNvPr>
              <p:cNvSpPr>
                <a:spLocks noRot="1" noChangeAspect="1" noMove="1" noResize="1" noEditPoints="1" noAdjustHandles="1" noChangeArrowheads="1" noChangeShapeType="1" noTextEdit="1"/>
              </p:cNvSpPr>
              <p:nvPr/>
            </p:nvSpPr>
            <p:spPr>
              <a:xfrm>
                <a:off x="7784422" y="3991812"/>
                <a:ext cx="718979" cy="996645"/>
              </a:xfrm>
              <a:prstGeom prst="triangle">
                <a:avLst/>
              </a:prstGeom>
              <a:blipFill>
                <a:blip r:embed="rId2"/>
                <a:stretch>
                  <a:fillRect/>
                </a:stretch>
              </a:blipFill>
              <a:ln>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Isosceles Triangle 18">
                <a:extLst>
                  <a:ext uri="{FF2B5EF4-FFF2-40B4-BE49-F238E27FC236}">
                    <a16:creationId xmlns:a16="http://schemas.microsoft.com/office/drawing/2014/main" id="{113DAEE4-5379-AB89-50C3-2F3CC1245636}"/>
                  </a:ext>
                </a:extLst>
              </p:cNvPr>
              <p:cNvSpPr/>
              <p:nvPr/>
            </p:nvSpPr>
            <p:spPr>
              <a:xfrm>
                <a:off x="8731846" y="3982480"/>
                <a:ext cx="718979" cy="996645"/>
              </a:xfrm>
              <a:prstGeom prst="triangle">
                <a:avLst/>
              </a:prstGeom>
              <a:solidFill>
                <a:schemeClr val="accent4"/>
              </a:solidFill>
              <a:ln>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𝑦</m:t>
                      </m:r>
                    </m:oMath>
                  </m:oMathPara>
                </a14:m>
                <a:endParaRPr lang="en-US" sz="2000" baseline="-25000" dirty="0">
                  <a:solidFill>
                    <a:sysClr val="windowText" lastClr="000000"/>
                  </a:solidFill>
                </a:endParaRPr>
              </a:p>
            </p:txBody>
          </p:sp>
        </mc:Choice>
        <mc:Fallback xmlns="">
          <p:sp>
            <p:nvSpPr>
              <p:cNvPr id="19" name="Isosceles Triangle 18">
                <a:extLst>
                  <a:ext uri="{FF2B5EF4-FFF2-40B4-BE49-F238E27FC236}">
                    <a16:creationId xmlns:a16="http://schemas.microsoft.com/office/drawing/2014/main" id="{113DAEE4-5379-AB89-50C3-2F3CC1245636}"/>
                  </a:ext>
                </a:extLst>
              </p:cNvPr>
              <p:cNvSpPr>
                <a:spLocks noRot="1" noChangeAspect="1" noMove="1" noResize="1" noEditPoints="1" noAdjustHandles="1" noChangeArrowheads="1" noChangeShapeType="1" noTextEdit="1"/>
              </p:cNvSpPr>
              <p:nvPr/>
            </p:nvSpPr>
            <p:spPr>
              <a:xfrm>
                <a:off x="8731846" y="3982480"/>
                <a:ext cx="718979" cy="996645"/>
              </a:xfrm>
              <a:prstGeom prst="triangle">
                <a:avLst/>
              </a:prstGeom>
              <a:blipFill>
                <a:blip r:embed="rId3"/>
                <a:stretch>
                  <a:fillRect/>
                </a:stretch>
              </a:blipFill>
              <a:ln>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Isosceles Triangle 19">
                <a:extLst>
                  <a:ext uri="{FF2B5EF4-FFF2-40B4-BE49-F238E27FC236}">
                    <a16:creationId xmlns:a16="http://schemas.microsoft.com/office/drawing/2014/main" id="{BE78379B-BB4C-09DB-7D49-91F2F9A75DA7}"/>
                  </a:ext>
                </a:extLst>
              </p:cNvPr>
              <p:cNvSpPr/>
              <p:nvPr/>
            </p:nvSpPr>
            <p:spPr>
              <a:xfrm>
                <a:off x="9573894" y="3429000"/>
                <a:ext cx="718979" cy="996645"/>
              </a:xfrm>
              <a:prstGeom prst="triangle">
                <a:avLst/>
              </a:prstGeom>
              <a:solidFill>
                <a:schemeClr val="accent1"/>
              </a:solidFill>
              <a:ln>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ysClr val="windowText" lastClr="000000"/>
                          </a:solidFill>
                          <a:latin typeface="Cambria Math" panose="02040503050406030204" pitchFamily="18" charset="0"/>
                        </a:rPr>
                        <m:t>𝑧</m:t>
                      </m:r>
                    </m:oMath>
                  </m:oMathPara>
                </a14:m>
                <a:endParaRPr lang="en-US" sz="2000" baseline="-25000" dirty="0">
                  <a:solidFill>
                    <a:sysClr val="windowText" lastClr="000000"/>
                  </a:solidFill>
                </a:endParaRPr>
              </a:p>
            </p:txBody>
          </p:sp>
        </mc:Choice>
        <mc:Fallback xmlns="">
          <p:sp>
            <p:nvSpPr>
              <p:cNvPr id="20" name="Isosceles Triangle 19">
                <a:extLst>
                  <a:ext uri="{FF2B5EF4-FFF2-40B4-BE49-F238E27FC236}">
                    <a16:creationId xmlns:a16="http://schemas.microsoft.com/office/drawing/2014/main" id="{BE78379B-BB4C-09DB-7D49-91F2F9A75DA7}"/>
                  </a:ext>
                </a:extLst>
              </p:cNvPr>
              <p:cNvSpPr>
                <a:spLocks noRot="1" noChangeAspect="1" noMove="1" noResize="1" noEditPoints="1" noAdjustHandles="1" noChangeArrowheads="1" noChangeShapeType="1" noTextEdit="1"/>
              </p:cNvSpPr>
              <p:nvPr/>
            </p:nvSpPr>
            <p:spPr>
              <a:xfrm>
                <a:off x="9573894" y="3429000"/>
                <a:ext cx="718979" cy="996645"/>
              </a:xfrm>
              <a:prstGeom prst="triangle">
                <a:avLst/>
              </a:prstGeom>
              <a:blipFill>
                <a:blip r:embed="rId4"/>
                <a:stretch>
                  <a:fillRect/>
                </a:stretch>
              </a:blipFill>
              <a:ln>
                <a:solidFill>
                  <a:schemeClr val="accent1">
                    <a:lumMod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241299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875E-6 4.07407E-6 L -0.06094 0.00023 " pathEditMode="relative" rAng="0" ptsTypes="AA">
                                      <p:cBhvr>
                                        <p:cTn id="6" dur="700" fill="hold"/>
                                        <p:tgtEl>
                                          <p:spTgt spid="11"/>
                                        </p:tgtEl>
                                        <p:attrNameLst>
                                          <p:attrName>ppt_x</p:attrName>
                                          <p:attrName>ppt_y</p:attrName>
                                        </p:attrNameLst>
                                      </p:cBhvr>
                                      <p:rCtr x="-3047" y="0"/>
                                    </p:animMotion>
                                  </p:childTnLst>
                                </p:cTn>
                              </p:par>
                              <p:par>
                                <p:cTn id="7" presetID="42" presetClass="path" presetSubtype="0" accel="50000" decel="50000" fill="hold" grpId="0" nodeType="withEffect">
                                  <p:stCondLst>
                                    <p:cond delay="0"/>
                                  </p:stCondLst>
                                  <p:childTnLst>
                                    <p:animMotion origin="layout" path="M 1.875E-6 -1.11111E-6 L 1.875E-6 0.07986 " pathEditMode="relative" rAng="0" ptsTypes="AA">
                                      <p:cBhvr>
                                        <p:cTn id="8" dur="700" fill="hold"/>
                                        <p:tgtEl>
                                          <p:spTgt spid="16"/>
                                        </p:tgtEl>
                                        <p:attrNameLst>
                                          <p:attrName>ppt_x</p:attrName>
                                          <p:attrName>ppt_y</p:attrName>
                                        </p:attrNameLst>
                                      </p:cBhvr>
                                      <p:rCtr x="0" y="3981"/>
                                    </p:animMotion>
                                  </p:childTnLst>
                                </p:cTn>
                              </p:par>
                              <p:par>
                                <p:cTn id="9" presetID="42" presetClass="path" presetSubtype="0" accel="50000" decel="50000" fill="hold" grpId="0" nodeType="withEffect">
                                  <p:stCondLst>
                                    <p:cond delay="0"/>
                                  </p:stCondLst>
                                  <p:childTnLst>
                                    <p:animMotion origin="layout" path="M -6.25E-7 -2.22222E-6 L -6.25E-7 -0.07523 " pathEditMode="relative" rAng="0" ptsTypes="AA">
                                      <p:cBhvr>
                                        <p:cTn id="10" dur="700" fill="hold"/>
                                        <p:tgtEl>
                                          <p:spTgt spid="17"/>
                                        </p:tgtEl>
                                        <p:attrNameLst>
                                          <p:attrName>ppt_x</p:attrName>
                                          <p:attrName>ppt_y</p:attrName>
                                        </p:attrNameLst>
                                      </p:cBhvr>
                                      <p:rCtr x="0" y="-3773"/>
                                    </p:animMotion>
                                  </p:childTnLst>
                                </p:cTn>
                              </p:par>
                              <p:par>
                                <p:cTn id="11" presetID="10" presetClass="exit" presetSubtype="0" fill="hold" nodeType="withEffect">
                                  <p:stCondLst>
                                    <p:cond delay="0"/>
                                  </p:stCondLst>
                                  <p:childTnLst>
                                    <p:animEffect transition="out" filter="fade">
                                      <p:cBhvr>
                                        <p:cTn id="12" dur="700"/>
                                        <p:tgtEl>
                                          <p:spTgt spid="15"/>
                                        </p:tgtEl>
                                      </p:cBhvr>
                                    </p:animEffect>
                                    <p:set>
                                      <p:cBhvr>
                                        <p:cTn id="13" dur="1" fill="hold">
                                          <p:stCondLst>
                                            <p:cond delay="699"/>
                                          </p:stCondLst>
                                        </p:cTn>
                                        <p:tgtEl>
                                          <p:spTgt spid="15"/>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700"/>
                                        <p:tgtEl>
                                          <p:spTgt spid="14"/>
                                        </p:tgtEl>
                                      </p:cBhvr>
                                    </p:animEffect>
                                    <p:set>
                                      <p:cBhvr>
                                        <p:cTn id="16" dur="1" fill="hold">
                                          <p:stCondLst>
                                            <p:cond delay="699"/>
                                          </p:stCondLst>
                                        </p:cTn>
                                        <p:tgtEl>
                                          <p:spTgt spid="14"/>
                                        </p:tgtEl>
                                        <p:attrNameLst>
                                          <p:attrName>style.visibility</p:attrName>
                                        </p:attrNameLst>
                                      </p:cBhvr>
                                      <p:to>
                                        <p:strVal val="hidden"/>
                                      </p:to>
                                    </p:set>
                                  </p:childTnLst>
                                </p:cTn>
                              </p:par>
                              <p:par>
                                <p:cTn id="17" presetID="42" presetClass="path" presetSubtype="0" accel="50000" decel="50000" fill="hold" nodeType="withEffect">
                                  <p:stCondLst>
                                    <p:cond delay="0"/>
                                  </p:stCondLst>
                                  <p:childTnLst>
                                    <p:animMotion origin="layout" path="M -4.79167E-6 -3.33333E-6 L -4.79167E-6 -0.07523 " pathEditMode="relative" rAng="0" ptsTypes="AA">
                                      <p:cBhvr>
                                        <p:cTn id="18" dur="700" fill="hold"/>
                                        <p:tgtEl>
                                          <p:spTgt spid="12"/>
                                        </p:tgtEl>
                                        <p:attrNameLst>
                                          <p:attrName>ppt_x</p:attrName>
                                          <p:attrName>ppt_y</p:attrName>
                                        </p:attrNameLst>
                                      </p:cBhvr>
                                      <p:rCtr x="0" y="-3773"/>
                                    </p:animMotion>
                                  </p:childTnLst>
                                </p:cTn>
                              </p:par>
                              <p:par>
                                <p:cTn id="19" presetID="42" presetClass="path" presetSubtype="0" accel="50000" decel="50000" fill="hold" grpId="0" nodeType="withEffect">
                                  <p:stCondLst>
                                    <p:cond delay="0"/>
                                  </p:stCondLst>
                                  <p:childTnLst>
                                    <p:animMotion origin="layout" path="M 1.25E-6 3.7037E-7 L 1.25E-6 -0.07523 " pathEditMode="relative" rAng="0" ptsTypes="AA">
                                      <p:cBhvr>
                                        <p:cTn id="20" dur="700" fill="hold"/>
                                        <p:tgtEl>
                                          <p:spTgt spid="18"/>
                                        </p:tgtEl>
                                        <p:attrNameLst>
                                          <p:attrName>ppt_x</p:attrName>
                                          <p:attrName>ppt_y</p:attrName>
                                        </p:attrNameLst>
                                      </p:cBhvr>
                                      <p:rCtr x="0" y="-3773"/>
                                    </p:animMotion>
                                  </p:childTnLst>
                                </p:cTn>
                              </p:par>
                              <p:par>
                                <p:cTn id="21" presetID="42" presetClass="path" presetSubtype="0" accel="50000" decel="50000" fill="hold" nodeType="withEffect">
                                  <p:stCondLst>
                                    <p:cond delay="0"/>
                                  </p:stCondLst>
                                  <p:childTnLst>
                                    <p:animMotion origin="layout" path="M -8.33333E-7 -4.81481E-6 L -8.33333E-7 0.07987 " pathEditMode="relative" rAng="0" ptsTypes="AA">
                                      <p:cBhvr>
                                        <p:cTn id="22" dur="700" fill="hold"/>
                                        <p:tgtEl>
                                          <p:spTgt spid="13"/>
                                        </p:tgtEl>
                                        <p:attrNameLst>
                                          <p:attrName>ppt_x</p:attrName>
                                          <p:attrName>ppt_y</p:attrName>
                                        </p:attrNameLst>
                                      </p:cBhvr>
                                      <p:rCtr x="0" y="3981"/>
                                    </p:animMotion>
                                  </p:childTnLst>
                                </p:cTn>
                              </p:par>
                              <p:par>
                                <p:cTn id="23" presetID="42" presetClass="path" presetSubtype="0" accel="50000" decel="50000" fill="hold" grpId="0" nodeType="withEffect">
                                  <p:stCondLst>
                                    <p:cond delay="0"/>
                                  </p:stCondLst>
                                  <p:childTnLst>
                                    <p:animMotion origin="layout" path="M -3.54167E-6 4.81481E-6 L -3.54167E-6 0.07986 " pathEditMode="relative" rAng="0" ptsTypes="AA">
                                      <p:cBhvr>
                                        <p:cTn id="24" dur="700" fill="hold"/>
                                        <p:tgtEl>
                                          <p:spTgt spid="20"/>
                                        </p:tgtEl>
                                        <p:attrNameLst>
                                          <p:attrName>ppt_x</p:attrName>
                                          <p:attrName>ppt_y</p:attrName>
                                        </p:attrNameLst>
                                      </p:cBhvr>
                                      <p:rCtr x="0" y="3981"/>
                                    </p:animMotion>
                                  </p:childTnLst>
                                </p:cTn>
                              </p:par>
                              <p:par>
                                <p:cTn id="25" presetID="10"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1100"/>
                                        <p:tgtEl>
                                          <p:spTgt spid="24"/>
                                        </p:tgtEl>
                                      </p:cBhvr>
                                    </p:animEffect>
                                  </p:childTnLst>
                                </p:cTn>
                              </p:par>
                              <p:par>
                                <p:cTn id="28" presetID="10" presetClass="entr" presetSubtype="0" fill="hold"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11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1" name="Isosceles Triangle 120">
                <a:extLst>
                  <a:ext uri="{FF2B5EF4-FFF2-40B4-BE49-F238E27FC236}">
                    <a16:creationId xmlns:a16="http://schemas.microsoft.com/office/drawing/2014/main" id="{DCFC9CCB-1AAD-3B81-7F56-4409DC44D6AF}"/>
                  </a:ext>
                </a:extLst>
              </p:cNvPr>
              <p:cNvSpPr/>
              <p:nvPr/>
            </p:nvSpPr>
            <p:spPr>
              <a:xfrm>
                <a:off x="7270691" y="4989748"/>
                <a:ext cx="631372" cy="485689"/>
              </a:xfrm>
              <a:prstGeom prst="triangle">
                <a:avLst/>
              </a:prstGeom>
              <a:ln>
                <a:prstDash val="dash"/>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𝑥</m:t>
                      </m:r>
                    </m:oMath>
                  </m:oMathPara>
                </a14:m>
                <a:endParaRPr lang="en-US" sz="1800" dirty="0">
                  <a:solidFill>
                    <a:schemeClr val="bg1"/>
                  </a:solidFill>
                </a:endParaRPr>
              </a:p>
            </p:txBody>
          </p:sp>
        </mc:Choice>
        <mc:Fallback xmlns="">
          <p:sp>
            <p:nvSpPr>
              <p:cNvPr id="121" name="Isosceles Triangle 120">
                <a:extLst>
                  <a:ext uri="{FF2B5EF4-FFF2-40B4-BE49-F238E27FC236}">
                    <a16:creationId xmlns:a16="http://schemas.microsoft.com/office/drawing/2014/main" id="{DCFC9CCB-1AAD-3B81-7F56-4409DC44D6AF}"/>
                  </a:ext>
                </a:extLst>
              </p:cNvPr>
              <p:cNvSpPr>
                <a:spLocks noRot="1" noChangeAspect="1" noMove="1" noResize="1" noEditPoints="1" noAdjustHandles="1" noChangeArrowheads="1" noChangeShapeType="1" noTextEdit="1"/>
              </p:cNvSpPr>
              <p:nvPr/>
            </p:nvSpPr>
            <p:spPr>
              <a:xfrm>
                <a:off x="7270691" y="4989748"/>
                <a:ext cx="631372" cy="485689"/>
              </a:xfrm>
              <a:prstGeom prst="triangle">
                <a:avLst/>
              </a:prstGeom>
              <a:blipFill>
                <a:blip r:embed="rId11"/>
                <a:stretch>
                  <a:fillRect b="-4878"/>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Isosceles Triangle 97">
                <a:extLst>
                  <a:ext uri="{FF2B5EF4-FFF2-40B4-BE49-F238E27FC236}">
                    <a16:creationId xmlns:a16="http://schemas.microsoft.com/office/drawing/2014/main" id="{2CC04EC7-9314-A160-5581-E2B9D9FE2DD5}"/>
                  </a:ext>
                </a:extLst>
              </p:cNvPr>
              <p:cNvSpPr/>
              <p:nvPr/>
            </p:nvSpPr>
            <p:spPr>
              <a:xfrm>
                <a:off x="4042848" y="5641586"/>
                <a:ext cx="631372" cy="485689"/>
              </a:xfrm>
              <a:prstGeom prst="triangle">
                <a:avLst/>
              </a:prstGeom>
              <a:ln>
                <a:prstDash val="dash"/>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𝑥</m:t>
                      </m:r>
                    </m:oMath>
                  </m:oMathPara>
                </a14:m>
                <a:endParaRPr lang="en-US" sz="1800" dirty="0">
                  <a:solidFill>
                    <a:schemeClr val="bg1"/>
                  </a:solidFill>
                </a:endParaRPr>
              </a:p>
            </p:txBody>
          </p:sp>
        </mc:Choice>
        <mc:Fallback xmlns="">
          <p:sp>
            <p:nvSpPr>
              <p:cNvPr id="98" name="Isosceles Triangle 97">
                <a:extLst>
                  <a:ext uri="{FF2B5EF4-FFF2-40B4-BE49-F238E27FC236}">
                    <a16:creationId xmlns:a16="http://schemas.microsoft.com/office/drawing/2014/main" id="{2CC04EC7-9314-A160-5581-E2B9D9FE2DD5}"/>
                  </a:ext>
                </a:extLst>
              </p:cNvPr>
              <p:cNvSpPr>
                <a:spLocks noRot="1" noChangeAspect="1" noMove="1" noResize="1" noEditPoints="1" noAdjustHandles="1" noChangeArrowheads="1" noChangeShapeType="1" noTextEdit="1"/>
              </p:cNvSpPr>
              <p:nvPr/>
            </p:nvSpPr>
            <p:spPr>
              <a:xfrm>
                <a:off x="4042848" y="5641586"/>
                <a:ext cx="631372" cy="485689"/>
              </a:xfrm>
              <a:prstGeom prst="triangle">
                <a:avLst/>
              </a:prstGeom>
              <a:blipFill>
                <a:blip r:embed="rId8"/>
                <a:stretch>
                  <a:fillRect b="-4819"/>
                </a:stretch>
              </a:blipFill>
              <a:ln>
                <a:prstDash val="dash"/>
              </a:ln>
            </p:spPr>
            <p:txBody>
              <a:bodyPr/>
              <a:lstStyle/>
              <a:p>
                <a:r>
                  <a:rPr lang="en-US">
                    <a:noFill/>
                  </a:rPr>
                  <a:t> </a:t>
                </a:r>
              </a:p>
            </p:txBody>
          </p:sp>
        </mc:Fallback>
      </mc:AlternateContent>
      <p:cxnSp>
        <p:nvCxnSpPr>
          <p:cNvPr id="101" name="Straight Connector 100">
            <a:extLst>
              <a:ext uri="{FF2B5EF4-FFF2-40B4-BE49-F238E27FC236}">
                <a16:creationId xmlns:a16="http://schemas.microsoft.com/office/drawing/2014/main" id="{5A67A9B7-19CD-6A06-7CAB-62EEF355C7E8}"/>
              </a:ext>
            </a:extLst>
          </p:cNvPr>
          <p:cNvCxnSpPr>
            <a:cxnSpLocks/>
            <a:stCxn id="99" idx="0"/>
            <a:endCxn id="91" idx="1"/>
          </p:cNvCxnSpPr>
          <p:nvPr/>
        </p:nvCxnSpPr>
        <p:spPr>
          <a:xfrm flipH="1" flipV="1">
            <a:off x="4593899" y="5152538"/>
            <a:ext cx="423009" cy="489048"/>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D2FC455-D2E2-995D-DC6E-1556ED966B95}"/>
              </a:ext>
            </a:extLst>
          </p:cNvPr>
          <p:cNvCxnSpPr>
            <a:cxnSpLocks/>
            <a:stCxn id="100" idx="0"/>
            <a:endCxn id="90" idx="1"/>
          </p:cNvCxnSpPr>
          <p:nvPr/>
        </p:nvCxnSpPr>
        <p:spPr>
          <a:xfrm flipH="1" flipV="1">
            <a:off x="5002460" y="4558461"/>
            <a:ext cx="412190" cy="395700"/>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E36AC87-5618-A902-D2D0-99BE1BD52E82}"/>
              </a:ext>
            </a:extLst>
          </p:cNvPr>
          <p:cNvCxnSpPr>
            <a:cxnSpLocks/>
            <a:stCxn id="18" idx="1"/>
            <a:endCxn id="9" idx="1"/>
          </p:cNvCxnSpPr>
          <p:nvPr/>
        </p:nvCxnSpPr>
        <p:spPr>
          <a:xfrm flipV="1">
            <a:off x="957067" y="5152538"/>
            <a:ext cx="286220" cy="6664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9E9CF7F-B1F9-0178-D4BB-274DD7E61655}"/>
              </a:ext>
            </a:extLst>
          </p:cNvPr>
          <p:cNvSpPr>
            <a:spLocks noGrp="1"/>
          </p:cNvSpPr>
          <p:nvPr>
            <p:ph type="title"/>
          </p:nvPr>
        </p:nvSpPr>
        <p:spPr/>
        <p:txBody>
          <a:bodyPr/>
          <a:lstStyle/>
          <a:p>
            <a:r>
              <a:rPr lang="en-US" dirty="0"/>
              <a:t>When to use Rotation</a:t>
            </a:r>
          </a:p>
        </p:txBody>
      </p:sp>
      <p:sp>
        <p:nvSpPr>
          <p:cNvPr id="3" name="Content Placeholder 2">
            <a:extLst>
              <a:ext uri="{FF2B5EF4-FFF2-40B4-BE49-F238E27FC236}">
                <a16:creationId xmlns:a16="http://schemas.microsoft.com/office/drawing/2014/main" id="{8BC8145C-3C35-0983-0669-AB84811AA2A5}"/>
              </a:ext>
            </a:extLst>
          </p:cNvPr>
          <p:cNvSpPr>
            <a:spLocks noGrp="1"/>
          </p:cNvSpPr>
          <p:nvPr>
            <p:ph idx="1"/>
          </p:nvPr>
        </p:nvSpPr>
        <p:spPr>
          <a:xfrm>
            <a:off x="838200" y="1358781"/>
            <a:ext cx="7534158" cy="1469540"/>
          </a:xfrm>
        </p:spPr>
        <p:txBody>
          <a:bodyPr>
            <a:normAutofit fontScale="70000" lnSpcReduction="20000"/>
          </a:bodyPr>
          <a:lstStyle/>
          <a:p>
            <a:r>
              <a:rPr lang="en-US" dirty="0">
                <a:solidFill>
                  <a:schemeClr val="accent5"/>
                </a:solidFill>
              </a:rPr>
              <a:t>Rotate Right </a:t>
            </a:r>
            <a:r>
              <a:rPr lang="en-US" dirty="0"/>
              <a:t>reduces the height of left subtree of the left child</a:t>
            </a:r>
          </a:p>
          <a:p>
            <a:pPr lvl="1"/>
            <a:r>
              <a:rPr lang="en-US" dirty="0"/>
              <a:t>We use it when the node is </a:t>
            </a:r>
            <a:r>
              <a:rPr lang="en-US" dirty="0">
                <a:solidFill>
                  <a:schemeClr val="accent2"/>
                </a:solidFill>
              </a:rPr>
              <a:t>left heavy</a:t>
            </a:r>
            <a:r>
              <a:rPr lang="en-US" dirty="0"/>
              <a:t>, i.e., balance value is -2, and this left heavy is caused by having </a:t>
            </a:r>
            <a:r>
              <a:rPr lang="en-US" dirty="0">
                <a:solidFill>
                  <a:schemeClr val="accent2"/>
                </a:solidFill>
              </a:rPr>
              <a:t>too deep left subtree </a:t>
            </a:r>
            <a:r>
              <a:rPr lang="en-US" dirty="0"/>
              <a:t>of the left child while having </a:t>
            </a:r>
            <a:r>
              <a:rPr lang="en-US" dirty="0">
                <a:solidFill>
                  <a:schemeClr val="accent4"/>
                </a:solidFill>
              </a:rPr>
              <a:t>too shallow right subtree </a:t>
            </a:r>
            <a:r>
              <a:rPr lang="en-US" dirty="0"/>
              <a:t>of the root</a:t>
            </a:r>
          </a:p>
          <a:p>
            <a:pPr lvl="1"/>
            <a:endParaRPr lang="en-US" dirty="0"/>
          </a:p>
        </p:txBody>
      </p:sp>
      <p:cxnSp>
        <p:nvCxnSpPr>
          <p:cNvPr id="4" name="Straight Connector 3">
            <a:extLst>
              <a:ext uri="{FF2B5EF4-FFF2-40B4-BE49-F238E27FC236}">
                <a16:creationId xmlns:a16="http://schemas.microsoft.com/office/drawing/2014/main" id="{23D78803-F1AF-6F32-ADE1-756280B30E87}"/>
              </a:ext>
            </a:extLst>
          </p:cNvPr>
          <p:cNvCxnSpPr>
            <a:cxnSpLocks/>
            <a:stCxn id="10" idx="1"/>
            <a:endCxn id="7" idx="1"/>
          </p:cNvCxnSpPr>
          <p:nvPr/>
        </p:nvCxnSpPr>
        <p:spPr>
          <a:xfrm flipH="1" flipV="1">
            <a:off x="2290058" y="3964383"/>
            <a:ext cx="519044" cy="59407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7F2BF22-92B2-7946-0C9A-C3CBAB0A2830}"/>
              </a:ext>
            </a:extLst>
          </p:cNvPr>
          <p:cNvCxnSpPr>
            <a:cxnSpLocks/>
            <a:stCxn id="8" idx="1"/>
            <a:endCxn id="7" idx="1"/>
          </p:cNvCxnSpPr>
          <p:nvPr/>
        </p:nvCxnSpPr>
        <p:spPr>
          <a:xfrm flipV="1">
            <a:off x="1651848" y="3964383"/>
            <a:ext cx="638210" cy="59407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2AB009E-EED8-89FB-C951-8C19CF4CFAD1}"/>
              </a:ext>
            </a:extLst>
          </p:cNvPr>
          <p:cNvCxnSpPr>
            <a:cxnSpLocks/>
            <a:stCxn id="9" idx="1"/>
            <a:endCxn id="8" idx="1"/>
          </p:cNvCxnSpPr>
          <p:nvPr/>
        </p:nvCxnSpPr>
        <p:spPr>
          <a:xfrm flipV="1">
            <a:off x="1243287" y="4558461"/>
            <a:ext cx="408561" cy="59407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455E5631-EAF4-B187-EAFE-00270D2076A6}"/>
              </a:ext>
            </a:extLst>
          </p:cNvPr>
          <p:cNvSpPr/>
          <p:nvPr/>
        </p:nvSpPr>
        <p:spPr>
          <a:xfrm>
            <a:off x="2098590" y="377291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a:t>
            </a:r>
            <a:endParaRPr lang="th-TH" sz="2000" dirty="0">
              <a:solidFill>
                <a:sysClr val="windowText" lastClr="000000"/>
              </a:solidFill>
            </a:endParaRPr>
          </a:p>
        </p:txBody>
      </p:sp>
      <p:sp>
        <p:nvSpPr>
          <p:cNvPr id="8" name="Arc 7">
            <a:extLst>
              <a:ext uri="{FF2B5EF4-FFF2-40B4-BE49-F238E27FC236}">
                <a16:creationId xmlns:a16="http://schemas.microsoft.com/office/drawing/2014/main" id="{910EFD6F-320C-A380-A169-F408AE63BF07}"/>
              </a:ext>
            </a:extLst>
          </p:cNvPr>
          <p:cNvSpPr/>
          <p:nvPr/>
        </p:nvSpPr>
        <p:spPr>
          <a:xfrm>
            <a:off x="1460380" y="436699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9" name="Arc 8">
            <a:extLst>
              <a:ext uri="{FF2B5EF4-FFF2-40B4-BE49-F238E27FC236}">
                <a16:creationId xmlns:a16="http://schemas.microsoft.com/office/drawing/2014/main" id="{15DDA71F-0D12-16CB-7925-73166DB3AECB}"/>
              </a:ext>
            </a:extLst>
          </p:cNvPr>
          <p:cNvSpPr/>
          <p:nvPr/>
        </p:nvSpPr>
        <p:spPr>
          <a:xfrm>
            <a:off x="1051819" y="496107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10" name="Arc 9">
            <a:extLst>
              <a:ext uri="{FF2B5EF4-FFF2-40B4-BE49-F238E27FC236}">
                <a16:creationId xmlns:a16="http://schemas.microsoft.com/office/drawing/2014/main" id="{4843421A-B8A5-8682-83CC-28F4F4A36603}"/>
              </a:ext>
            </a:extLst>
          </p:cNvPr>
          <p:cNvSpPr/>
          <p:nvPr/>
        </p:nvSpPr>
        <p:spPr>
          <a:xfrm>
            <a:off x="2617634" y="436699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10</a:t>
            </a:r>
            <a:endParaRPr lang="th-TH" sz="2000" dirty="0">
              <a:solidFill>
                <a:sysClr val="windowText" lastClr="000000"/>
              </a:solidFill>
            </a:endParaRPr>
          </a:p>
        </p:txBody>
      </p:sp>
      <p:sp>
        <p:nvSpPr>
          <p:cNvPr id="12" name="TextBox 11">
            <a:extLst>
              <a:ext uri="{FF2B5EF4-FFF2-40B4-BE49-F238E27FC236}">
                <a16:creationId xmlns:a16="http://schemas.microsoft.com/office/drawing/2014/main" id="{7A84A449-ECE8-8AE6-338F-B0887D666AD0}"/>
              </a:ext>
            </a:extLst>
          </p:cNvPr>
          <p:cNvSpPr txBox="1"/>
          <p:nvPr/>
        </p:nvSpPr>
        <p:spPr>
          <a:xfrm>
            <a:off x="1398707" y="4048948"/>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13" name="TextBox 12">
            <a:extLst>
              <a:ext uri="{FF2B5EF4-FFF2-40B4-BE49-F238E27FC236}">
                <a16:creationId xmlns:a16="http://schemas.microsoft.com/office/drawing/2014/main" id="{E24F6745-7CDD-9FAC-B35A-8BE168542BA0}"/>
              </a:ext>
            </a:extLst>
          </p:cNvPr>
          <p:cNvSpPr txBox="1"/>
          <p:nvPr/>
        </p:nvSpPr>
        <p:spPr>
          <a:xfrm>
            <a:off x="820914" y="4798281"/>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8" name="Arc 17">
            <a:extLst>
              <a:ext uri="{FF2B5EF4-FFF2-40B4-BE49-F238E27FC236}">
                <a16:creationId xmlns:a16="http://schemas.microsoft.com/office/drawing/2014/main" id="{6514F7EC-1E1A-A38E-FACC-095CBB7A8160}"/>
              </a:ext>
            </a:extLst>
          </p:cNvPr>
          <p:cNvSpPr/>
          <p:nvPr/>
        </p:nvSpPr>
        <p:spPr>
          <a:xfrm>
            <a:off x="765599" y="5627544"/>
            <a:ext cx="382935" cy="382935"/>
          </a:xfrm>
          <a:prstGeom prst="arc">
            <a:avLst>
              <a:gd name="adj1" fmla="val 16200000"/>
              <a:gd name="adj2" fmla="val 16197843"/>
            </a:avLst>
          </a:prstGeom>
          <a:solidFill>
            <a:schemeClr val="bg1"/>
          </a:solidFill>
          <a:ln>
            <a:solidFill>
              <a:schemeClr val="accent3">
                <a:lumMod val="50000"/>
              </a:schemeClr>
            </a:solidFill>
            <a:prstDash val="dash"/>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chemeClr val="tx1"/>
                </a:solidFill>
              </a:rPr>
              <a:t>1</a:t>
            </a:r>
            <a:endParaRPr lang="th-TH" sz="2000" dirty="0">
              <a:solidFill>
                <a:schemeClr val="tx1"/>
              </a:solidFill>
            </a:endParaRPr>
          </a:p>
        </p:txBody>
      </p:sp>
      <p:sp>
        <p:nvSpPr>
          <p:cNvPr id="25" name="Speech Bubble: Rectangle with Corners Rounded 24">
            <a:extLst>
              <a:ext uri="{FF2B5EF4-FFF2-40B4-BE49-F238E27FC236}">
                <a16:creationId xmlns:a16="http://schemas.microsoft.com/office/drawing/2014/main" id="{7679F4CA-8936-8FF6-73AF-8CB910955A11}"/>
              </a:ext>
            </a:extLst>
          </p:cNvPr>
          <p:cNvSpPr/>
          <p:nvPr/>
        </p:nvSpPr>
        <p:spPr>
          <a:xfrm>
            <a:off x="1483558" y="5819011"/>
            <a:ext cx="1134076" cy="382935"/>
          </a:xfrm>
          <a:prstGeom prst="wedgeRoundRectCallout">
            <a:avLst>
              <a:gd name="adj1" fmla="val -74213"/>
              <a:gd name="adj2" fmla="val -4874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Add node 1</a:t>
            </a:r>
          </a:p>
        </p:txBody>
      </p:sp>
      <p:sp>
        <p:nvSpPr>
          <p:cNvPr id="41" name="TextBox 40">
            <a:extLst>
              <a:ext uri="{FF2B5EF4-FFF2-40B4-BE49-F238E27FC236}">
                <a16:creationId xmlns:a16="http://schemas.microsoft.com/office/drawing/2014/main" id="{8DBB1B01-5BD2-741E-3515-A66E58A3A016}"/>
              </a:ext>
            </a:extLst>
          </p:cNvPr>
          <p:cNvSpPr txBox="1"/>
          <p:nvPr/>
        </p:nvSpPr>
        <p:spPr>
          <a:xfrm>
            <a:off x="614379" y="5330450"/>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42" name="Speech Bubble: Rectangle with Corners Rounded 41">
            <a:extLst>
              <a:ext uri="{FF2B5EF4-FFF2-40B4-BE49-F238E27FC236}">
                <a16:creationId xmlns:a16="http://schemas.microsoft.com/office/drawing/2014/main" id="{1494F807-8760-802B-C675-6ABBCC6E869C}"/>
              </a:ext>
            </a:extLst>
          </p:cNvPr>
          <p:cNvSpPr/>
          <p:nvPr/>
        </p:nvSpPr>
        <p:spPr>
          <a:xfrm>
            <a:off x="619895" y="3283151"/>
            <a:ext cx="1323267" cy="485689"/>
          </a:xfrm>
          <a:prstGeom prst="wedgeRoundRectCallout">
            <a:avLst>
              <a:gd name="adj1" fmla="val 18499"/>
              <a:gd name="adj2" fmla="val 10786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Balance value violation</a:t>
            </a:r>
          </a:p>
        </p:txBody>
      </p:sp>
      <p:grpSp>
        <p:nvGrpSpPr>
          <p:cNvPr id="75" name="Group 74">
            <a:extLst>
              <a:ext uri="{FF2B5EF4-FFF2-40B4-BE49-F238E27FC236}">
                <a16:creationId xmlns:a16="http://schemas.microsoft.com/office/drawing/2014/main" id="{42561FD0-61AD-DFCD-E2E4-BA37E16BC58E}"/>
              </a:ext>
            </a:extLst>
          </p:cNvPr>
          <p:cNvGrpSpPr/>
          <p:nvPr/>
        </p:nvGrpSpPr>
        <p:grpSpPr>
          <a:xfrm>
            <a:off x="8372358" y="260769"/>
            <a:ext cx="1427130" cy="1581731"/>
            <a:chOff x="6282044" y="2994229"/>
            <a:chExt cx="2508451" cy="2780191"/>
          </a:xfrm>
        </p:grpSpPr>
        <p:cxnSp>
          <p:nvCxnSpPr>
            <p:cNvPr id="55" name="Straight Connector 54">
              <a:extLst>
                <a:ext uri="{FF2B5EF4-FFF2-40B4-BE49-F238E27FC236}">
                  <a16:creationId xmlns:a16="http://schemas.microsoft.com/office/drawing/2014/main" id="{50C6659E-903B-C1F7-961A-2B3723CC9BCE}"/>
                </a:ext>
              </a:extLst>
            </p:cNvPr>
            <p:cNvCxnSpPr>
              <a:cxnSpLocks/>
              <a:endCxn id="60" idx="1"/>
            </p:cNvCxnSpPr>
            <p:nvPr/>
          </p:nvCxnSpPr>
          <p:spPr>
            <a:xfrm>
              <a:off x="7780425" y="2994229"/>
              <a:ext cx="0" cy="569034"/>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823FAB4-2955-24B1-F29B-408DE932CEA9}"/>
                </a:ext>
              </a:extLst>
            </p:cNvPr>
            <p:cNvCxnSpPr>
              <a:cxnSpLocks/>
              <a:stCxn id="62" idx="0"/>
              <a:endCxn id="61" idx="1"/>
            </p:cNvCxnSpPr>
            <p:nvPr/>
          </p:nvCxnSpPr>
          <p:spPr>
            <a:xfrm flipV="1">
              <a:off x="6641534" y="4110859"/>
              <a:ext cx="396467" cy="666916"/>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070FDF5-F794-AD98-1D97-F3577312D078}"/>
                </a:ext>
              </a:extLst>
            </p:cNvPr>
            <p:cNvCxnSpPr>
              <a:cxnSpLocks/>
              <a:stCxn id="64" idx="0"/>
              <a:endCxn id="60" idx="1"/>
            </p:cNvCxnSpPr>
            <p:nvPr/>
          </p:nvCxnSpPr>
          <p:spPr>
            <a:xfrm flipH="1" flipV="1">
              <a:off x="7780425" y="3563262"/>
              <a:ext cx="650581" cy="547596"/>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1DDE921-2E92-DCB8-FBB7-5B5C5E5B8AEC}"/>
                </a:ext>
              </a:extLst>
            </p:cNvPr>
            <p:cNvCxnSpPr>
              <a:cxnSpLocks/>
              <a:stCxn id="61" idx="1"/>
              <a:endCxn id="60" idx="1"/>
            </p:cNvCxnSpPr>
            <p:nvPr/>
          </p:nvCxnSpPr>
          <p:spPr>
            <a:xfrm flipV="1">
              <a:off x="7038001" y="3563262"/>
              <a:ext cx="742424" cy="54759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EE98C7A-1887-4114-6996-7CA07B6653F1}"/>
                </a:ext>
              </a:extLst>
            </p:cNvPr>
            <p:cNvCxnSpPr>
              <a:cxnSpLocks/>
              <a:stCxn id="63" idx="0"/>
              <a:endCxn id="61" idx="1"/>
            </p:cNvCxnSpPr>
            <p:nvPr/>
          </p:nvCxnSpPr>
          <p:spPr>
            <a:xfrm flipH="1" flipV="1">
              <a:off x="7038001" y="4110859"/>
              <a:ext cx="550957" cy="65758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Arc 59">
              <a:extLst>
                <a:ext uri="{FF2B5EF4-FFF2-40B4-BE49-F238E27FC236}">
                  <a16:creationId xmlns:a16="http://schemas.microsoft.com/office/drawing/2014/main" id="{30134C62-740B-18D4-12BD-8415D019E8CB}"/>
                </a:ext>
              </a:extLst>
            </p:cNvPr>
            <p:cNvSpPr/>
            <p:nvPr/>
          </p:nvSpPr>
          <p:spPr>
            <a:xfrm>
              <a:off x="7588957" y="3371794"/>
              <a:ext cx="382935" cy="382935"/>
            </a:xfrm>
            <a:prstGeom prst="arc">
              <a:avLst>
                <a:gd name="adj1" fmla="val 16200000"/>
                <a:gd name="adj2" fmla="val 16197843"/>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ysClr val="windowText" lastClr="000000"/>
                  </a:solidFill>
                </a:rPr>
                <a:t>A</a:t>
              </a:r>
              <a:endParaRPr lang="th-TH" sz="1400" dirty="0">
                <a:solidFill>
                  <a:sysClr val="windowText" lastClr="000000"/>
                </a:solidFill>
              </a:endParaRPr>
            </a:p>
          </p:txBody>
        </p:sp>
        <p:sp>
          <p:nvSpPr>
            <p:cNvPr id="61" name="Arc 60">
              <a:extLst>
                <a:ext uri="{FF2B5EF4-FFF2-40B4-BE49-F238E27FC236}">
                  <a16:creationId xmlns:a16="http://schemas.microsoft.com/office/drawing/2014/main" id="{CC06E8E8-7BA1-0ABF-E234-5E150029F463}"/>
                </a:ext>
              </a:extLst>
            </p:cNvPr>
            <p:cNvSpPr/>
            <p:nvPr/>
          </p:nvSpPr>
          <p:spPr>
            <a:xfrm>
              <a:off x="6846533" y="3919391"/>
              <a:ext cx="382935" cy="382935"/>
            </a:xfrm>
            <a:prstGeom prst="arc">
              <a:avLst>
                <a:gd name="adj1" fmla="val 16200000"/>
                <a:gd name="adj2" fmla="val 16197843"/>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ysClr val="windowText" lastClr="000000"/>
                  </a:solidFill>
                </a:rPr>
                <a:t>B</a:t>
              </a:r>
              <a:endParaRPr lang="th-TH" sz="1400" dirty="0">
                <a:solidFill>
                  <a:sysClr val="windowText" lastClr="000000"/>
                </a:solidFill>
              </a:endParaRPr>
            </a:p>
          </p:txBody>
        </p:sp>
        <mc:AlternateContent xmlns:mc="http://schemas.openxmlformats.org/markup-compatibility/2006" xmlns:a14="http://schemas.microsoft.com/office/drawing/2010/main">
          <mc:Choice Requires="a14">
            <p:sp>
              <p:nvSpPr>
                <p:cNvPr id="62" name="Isosceles Triangle 61">
                  <a:extLst>
                    <a:ext uri="{FF2B5EF4-FFF2-40B4-BE49-F238E27FC236}">
                      <a16:creationId xmlns:a16="http://schemas.microsoft.com/office/drawing/2014/main" id="{412549E8-513E-8726-17DB-7CB2DB056FCA}"/>
                    </a:ext>
                  </a:extLst>
                </p:cNvPr>
                <p:cNvSpPr/>
                <p:nvPr/>
              </p:nvSpPr>
              <p:spPr>
                <a:xfrm>
                  <a:off x="6282044" y="4777775"/>
                  <a:ext cx="718979" cy="996645"/>
                </a:xfrm>
                <a:prstGeom prst="triangle">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𝑥</m:t>
                        </m:r>
                      </m:oMath>
                    </m:oMathPara>
                  </a14:m>
                  <a:endParaRPr lang="en-US" sz="1600" baseline="-25000" dirty="0">
                    <a:solidFill>
                      <a:sysClr val="windowText" lastClr="000000"/>
                    </a:solidFill>
                  </a:endParaRPr>
                </a:p>
              </p:txBody>
            </p:sp>
          </mc:Choice>
          <mc:Fallback xmlns="">
            <p:sp>
              <p:nvSpPr>
                <p:cNvPr id="62" name="Isosceles Triangle 61">
                  <a:extLst>
                    <a:ext uri="{FF2B5EF4-FFF2-40B4-BE49-F238E27FC236}">
                      <a16:creationId xmlns:a16="http://schemas.microsoft.com/office/drawing/2014/main" id="{412549E8-513E-8726-17DB-7CB2DB056FCA}"/>
                    </a:ext>
                  </a:extLst>
                </p:cNvPr>
                <p:cNvSpPr>
                  <a:spLocks noRot="1" noChangeAspect="1" noMove="1" noResize="1" noEditPoints="1" noAdjustHandles="1" noChangeArrowheads="1" noChangeShapeType="1" noTextEdit="1"/>
                </p:cNvSpPr>
                <p:nvPr/>
              </p:nvSpPr>
              <p:spPr>
                <a:xfrm>
                  <a:off x="6282044" y="4777775"/>
                  <a:ext cx="718979" cy="996645"/>
                </a:xfrm>
                <a:prstGeom prst="triangle">
                  <a:avLst/>
                </a:prstGeom>
                <a:blipFill>
                  <a:blip r:embed="rId2"/>
                  <a:stretch>
                    <a:fillRect/>
                  </a:stretch>
                </a:blipFill>
                <a:ln w="19050">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ACA4C0C4-8629-518B-63AB-AAE8E2411835}"/>
                    </a:ext>
                  </a:extLst>
                </p:cNvPr>
                <p:cNvSpPr/>
                <p:nvPr/>
              </p:nvSpPr>
              <p:spPr>
                <a:xfrm>
                  <a:off x="7229468" y="4768443"/>
                  <a:ext cx="718979" cy="996645"/>
                </a:xfrm>
                <a:prstGeom prst="triangle">
                  <a:avLst/>
                </a:prstGeom>
                <a:solidFill>
                  <a:schemeClr val="accent4"/>
                </a:solidFill>
                <a:ln w="19050">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𝑦</m:t>
                        </m:r>
                      </m:oMath>
                    </m:oMathPara>
                  </a14:m>
                  <a:endParaRPr lang="en-US" sz="1600" baseline="-25000" dirty="0">
                    <a:solidFill>
                      <a:sysClr val="windowText" lastClr="000000"/>
                    </a:solidFill>
                  </a:endParaRPr>
                </a:p>
              </p:txBody>
            </p:sp>
          </mc:Choice>
          <mc:Fallback xmlns="">
            <p:sp>
              <p:nvSpPr>
                <p:cNvPr id="63" name="Isosceles Triangle 62">
                  <a:extLst>
                    <a:ext uri="{FF2B5EF4-FFF2-40B4-BE49-F238E27FC236}">
                      <a16:creationId xmlns:a16="http://schemas.microsoft.com/office/drawing/2014/main" id="{ACA4C0C4-8629-518B-63AB-AAE8E2411835}"/>
                    </a:ext>
                  </a:extLst>
                </p:cNvPr>
                <p:cNvSpPr>
                  <a:spLocks noRot="1" noChangeAspect="1" noMove="1" noResize="1" noEditPoints="1" noAdjustHandles="1" noChangeArrowheads="1" noChangeShapeType="1" noTextEdit="1"/>
                </p:cNvSpPr>
                <p:nvPr/>
              </p:nvSpPr>
              <p:spPr>
                <a:xfrm>
                  <a:off x="7229468" y="4768443"/>
                  <a:ext cx="718979" cy="996645"/>
                </a:xfrm>
                <a:prstGeom prst="triangle">
                  <a:avLst/>
                </a:prstGeom>
                <a:blipFill>
                  <a:blip r:embed="rId3"/>
                  <a:stretch>
                    <a:fillRect b="-7071"/>
                  </a:stretch>
                </a:blipFill>
                <a:ln w="19050">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Isosceles Triangle 63">
                  <a:extLst>
                    <a:ext uri="{FF2B5EF4-FFF2-40B4-BE49-F238E27FC236}">
                      <a16:creationId xmlns:a16="http://schemas.microsoft.com/office/drawing/2014/main" id="{29945431-A5FB-B94C-1698-01A066B6D627}"/>
                    </a:ext>
                  </a:extLst>
                </p:cNvPr>
                <p:cNvSpPr/>
                <p:nvPr/>
              </p:nvSpPr>
              <p:spPr>
                <a:xfrm>
                  <a:off x="8071516" y="4110858"/>
                  <a:ext cx="718979" cy="996645"/>
                </a:xfrm>
                <a:prstGeom prst="triangle">
                  <a:avLst/>
                </a:prstGeom>
                <a:solidFill>
                  <a:schemeClr val="accent1"/>
                </a:solidFill>
                <a:ln w="19050">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𝑧</m:t>
                        </m:r>
                      </m:oMath>
                    </m:oMathPara>
                  </a14:m>
                  <a:endParaRPr lang="en-US" sz="1600" baseline="-25000" dirty="0">
                    <a:solidFill>
                      <a:sysClr val="windowText" lastClr="000000"/>
                    </a:solidFill>
                  </a:endParaRPr>
                </a:p>
              </p:txBody>
            </p:sp>
          </mc:Choice>
          <mc:Fallback xmlns="">
            <p:sp>
              <p:nvSpPr>
                <p:cNvPr id="64" name="Isosceles Triangle 63">
                  <a:extLst>
                    <a:ext uri="{FF2B5EF4-FFF2-40B4-BE49-F238E27FC236}">
                      <a16:creationId xmlns:a16="http://schemas.microsoft.com/office/drawing/2014/main" id="{29945431-A5FB-B94C-1698-01A066B6D627}"/>
                    </a:ext>
                  </a:extLst>
                </p:cNvPr>
                <p:cNvSpPr>
                  <a:spLocks noRot="1" noChangeAspect="1" noMove="1" noResize="1" noEditPoints="1" noAdjustHandles="1" noChangeArrowheads="1" noChangeShapeType="1" noTextEdit="1"/>
                </p:cNvSpPr>
                <p:nvPr/>
              </p:nvSpPr>
              <p:spPr>
                <a:xfrm>
                  <a:off x="8071516" y="4110858"/>
                  <a:ext cx="718979" cy="996645"/>
                </a:xfrm>
                <a:prstGeom prst="triangle">
                  <a:avLst/>
                </a:prstGeom>
                <a:blipFill>
                  <a:blip r:embed="rId4"/>
                  <a:stretch>
                    <a:fillRect/>
                  </a:stretch>
                </a:blipFill>
                <a:ln w="19050">
                  <a:solidFill>
                    <a:schemeClr val="accent1">
                      <a:lumMod val="50000"/>
                    </a:schemeClr>
                  </a:solidFill>
                </a:ln>
              </p:spPr>
              <p:txBody>
                <a:bodyPr/>
                <a:lstStyle/>
                <a:p>
                  <a:r>
                    <a:rPr lang="en-US">
                      <a:noFill/>
                    </a:rPr>
                    <a:t> </a:t>
                  </a:r>
                </a:p>
              </p:txBody>
            </p:sp>
          </mc:Fallback>
        </mc:AlternateContent>
      </p:grpSp>
      <p:grpSp>
        <p:nvGrpSpPr>
          <p:cNvPr id="76" name="Group 75">
            <a:extLst>
              <a:ext uri="{FF2B5EF4-FFF2-40B4-BE49-F238E27FC236}">
                <a16:creationId xmlns:a16="http://schemas.microsoft.com/office/drawing/2014/main" id="{20088F97-B2B1-2B35-B5BC-5242C530260C}"/>
              </a:ext>
            </a:extLst>
          </p:cNvPr>
          <p:cNvGrpSpPr/>
          <p:nvPr/>
        </p:nvGrpSpPr>
        <p:grpSpPr>
          <a:xfrm>
            <a:off x="10434514" y="287369"/>
            <a:ext cx="1505829" cy="1542936"/>
            <a:chOff x="9183651" y="3024998"/>
            <a:chExt cx="2683301" cy="2749423"/>
          </a:xfrm>
        </p:grpSpPr>
        <p:cxnSp>
          <p:nvCxnSpPr>
            <p:cNvPr id="65" name="Straight Connector 64">
              <a:extLst>
                <a:ext uri="{FF2B5EF4-FFF2-40B4-BE49-F238E27FC236}">
                  <a16:creationId xmlns:a16="http://schemas.microsoft.com/office/drawing/2014/main" id="{306FECE1-2190-E226-5A9D-BCFB580DAF19}"/>
                </a:ext>
              </a:extLst>
            </p:cNvPr>
            <p:cNvCxnSpPr>
              <a:cxnSpLocks/>
              <a:endCxn id="71" idx="1"/>
            </p:cNvCxnSpPr>
            <p:nvPr/>
          </p:nvCxnSpPr>
          <p:spPr>
            <a:xfrm>
              <a:off x="10081802" y="3024998"/>
              <a:ext cx="12295" cy="547596"/>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85A5061-5953-4952-3075-76A38121FC42}"/>
                </a:ext>
              </a:extLst>
            </p:cNvPr>
            <p:cNvCxnSpPr>
              <a:cxnSpLocks/>
              <a:stCxn id="72" idx="0"/>
              <a:endCxn id="71" idx="1"/>
            </p:cNvCxnSpPr>
            <p:nvPr/>
          </p:nvCxnSpPr>
          <p:spPr>
            <a:xfrm flipV="1">
              <a:off x="9543141" y="3572594"/>
              <a:ext cx="550957" cy="547596"/>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CA9BB79-8E54-740C-3E24-B34263F5DA95}"/>
                </a:ext>
              </a:extLst>
            </p:cNvPr>
            <p:cNvCxnSpPr>
              <a:cxnSpLocks/>
              <a:stCxn id="74" idx="0"/>
              <a:endCxn id="70" idx="1"/>
            </p:cNvCxnSpPr>
            <p:nvPr/>
          </p:nvCxnSpPr>
          <p:spPr>
            <a:xfrm flipH="1" flipV="1">
              <a:off x="10937108" y="4120191"/>
              <a:ext cx="570355" cy="657584"/>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9458840-B693-94B0-1C60-5771DF42C8D4}"/>
                </a:ext>
              </a:extLst>
            </p:cNvPr>
            <p:cNvCxnSpPr>
              <a:cxnSpLocks/>
              <a:stCxn id="71" idx="1"/>
              <a:endCxn id="70" idx="1"/>
            </p:cNvCxnSpPr>
            <p:nvPr/>
          </p:nvCxnSpPr>
          <p:spPr>
            <a:xfrm>
              <a:off x="10094098" y="3572594"/>
              <a:ext cx="843010" cy="54759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3DF1E28-4C69-ED74-A166-F0701372EEC2}"/>
                </a:ext>
              </a:extLst>
            </p:cNvPr>
            <p:cNvCxnSpPr>
              <a:cxnSpLocks/>
              <a:stCxn id="73" idx="0"/>
              <a:endCxn id="70" idx="1"/>
            </p:cNvCxnSpPr>
            <p:nvPr/>
          </p:nvCxnSpPr>
          <p:spPr>
            <a:xfrm flipV="1">
              <a:off x="10441291" y="4120191"/>
              <a:ext cx="495817" cy="65758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0" name="Arc 69">
              <a:extLst>
                <a:ext uri="{FF2B5EF4-FFF2-40B4-BE49-F238E27FC236}">
                  <a16:creationId xmlns:a16="http://schemas.microsoft.com/office/drawing/2014/main" id="{C068D308-85EE-C519-D35B-023BEC69BC08}"/>
                </a:ext>
              </a:extLst>
            </p:cNvPr>
            <p:cNvSpPr/>
            <p:nvPr/>
          </p:nvSpPr>
          <p:spPr>
            <a:xfrm>
              <a:off x="10745640" y="3928723"/>
              <a:ext cx="382935" cy="382935"/>
            </a:xfrm>
            <a:prstGeom prst="arc">
              <a:avLst>
                <a:gd name="adj1" fmla="val 16200000"/>
                <a:gd name="adj2" fmla="val 16197843"/>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600" dirty="0">
                  <a:solidFill>
                    <a:sysClr val="windowText" lastClr="000000"/>
                  </a:solidFill>
                </a:rPr>
                <a:t>A</a:t>
              </a:r>
              <a:endParaRPr lang="th-TH" sz="1600" dirty="0">
                <a:solidFill>
                  <a:sysClr val="windowText" lastClr="000000"/>
                </a:solidFill>
              </a:endParaRPr>
            </a:p>
          </p:txBody>
        </p:sp>
        <p:sp>
          <p:nvSpPr>
            <p:cNvPr id="71" name="Arc 70">
              <a:extLst>
                <a:ext uri="{FF2B5EF4-FFF2-40B4-BE49-F238E27FC236}">
                  <a16:creationId xmlns:a16="http://schemas.microsoft.com/office/drawing/2014/main" id="{ABFFDEF6-8C47-9B33-DBAE-F7D4F25EC936}"/>
                </a:ext>
              </a:extLst>
            </p:cNvPr>
            <p:cNvSpPr/>
            <p:nvPr/>
          </p:nvSpPr>
          <p:spPr>
            <a:xfrm>
              <a:off x="9902630" y="3381126"/>
              <a:ext cx="382935" cy="382935"/>
            </a:xfrm>
            <a:prstGeom prst="arc">
              <a:avLst>
                <a:gd name="adj1" fmla="val 16200000"/>
                <a:gd name="adj2" fmla="val 16197843"/>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600" dirty="0">
                  <a:solidFill>
                    <a:sysClr val="windowText" lastClr="000000"/>
                  </a:solidFill>
                </a:rPr>
                <a:t>B</a:t>
              </a:r>
              <a:endParaRPr lang="th-TH" sz="1600" dirty="0">
                <a:solidFill>
                  <a:sysClr val="windowText" lastClr="000000"/>
                </a:solidFill>
              </a:endParaRPr>
            </a:p>
          </p:txBody>
        </p:sp>
        <mc:AlternateContent xmlns:mc="http://schemas.openxmlformats.org/markup-compatibility/2006" xmlns:a14="http://schemas.microsoft.com/office/drawing/2010/main">
          <mc:Choice Requires="a14">
            <p:sp>
              <p:nvSpPr>
                <p:cNvPr id="72" name="Isosceles Triangle 71">
                  <a:extLst>
                    <a:ext uri="{FF2B5EF4-FFF2-40B4-BE49-F238E27FC236}">
                      <a16:creationId xmlns:a16="http://schemas.microsoft.com/office/drawing/2014/main" id="{70F331AD-8062-48D8-4A31-4EB7856A8A72}"/>
                    </a:ext>
                  </a:extLst>
                </p:cNvPr>
                <p:cNvSpPr/>
                <p:nvPr/>
              </p:nvSpPr>
              <p:spPr>
                <a:xfrm>
                  <a:off x="9183651" y="4120190"/>
                  <a:ext cx="718979" cy="996645"/>
                </a:xfrm>
                <a:prstGeom prst="triangle">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𝑥</m:t>
                        </m:r>
                      </m:oMath>
                    </m:oMathPara>
                  </a14:m>
                  <a:endParaRPr lang="en-US" sz="1600" baseline="-25000" dirty="0">
                    <a:solidFill>
                      <a:sysClr val="windowText" lastClr="000000"/>
                    </a:solidFill>
                  </a:endParaRPr>
                </a:p>
              </p:txBody>
            </p:sp>
          </mc:Choice>
          <mc:Fallback xmlns="">
            <p:sp>
              <p:nvSpPr>
                <p:cNvPr id="72" name="Isosceles Triangle 71">
                  <a:extLst>
                    <a:ext uri="{FF2B5EF4-FFF2-40B4-BE49-F238E27FC236}">
                      <a16:creationId xmlns:a16="http://schemas.microsoft.com/office/drawing/2014/main" id="{70F331AD-8062-48D8-4A31-4EB7856A8A72}"/>
                    </a:ext>
                  </a:extLst>
                </p:cNvPr>
                <p:cNvSpPr>
                  <a:spLocks noRot="1" noChangeAspect="1" noMove="1" noResize="1" noEditPoints="1" noAdjustHandles="1" noChangeArrowheads="1" noChangeShapeType="1" noTextEdit="1"/>
                </p:cNvSpPr>
                <p:nvPr/>
              </p:nvSpPr>
              <p:spPr>
                <a:xfrm>
                  <a:off x="9183651" y="4120190"/>
                  <a:ext cx="718979" cy="996645"/>
                </a:xfrm>
                <a:prstGeom prst="triangle">
                  <a:avLst/>
                </a:prstGeom>
                <a:blipFill>
                  <a:blip r:embed="rId5"/>
                  <a:stretch>
                    <a:fillRect/>
                  </a:stretch>
                </a:blipFill>
                <a:ln w="19050">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Isosceles Triangle 72">
                  <a:extLst>
                    <a:ext uri="{FF2B5EF4-FFF2-40B4-BE49-F238E27FC236}">
                      <a16:creationId xmlns:a16="http://schemas.microsoft.com/office/drawing/2014/main" id="{82407E9C-B808-58D3-DCBA-523B1DAF0B5B}"/>
                    </a:ext>
                  </a:extLst>
                </p:cNvPr>
                <p:cNvSpPr/>
                <p:nvPr/>
              </p:nvSpPr>
              <p:spPr>
                <a:xfrm>
                  <a:off x="10081801" y="4777776"/>
                  <a:ext cx="718979" cy="996645"/>
                </a:xfrm>
                <a:prstGeom prst="triangle">
                  <a:avLst/>
                </a:prstGeom>
                <a:solidFill>
                  <a:schemeClr val="accent4"/>
                </a:solidFill>
                <a:ln w="19050">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𝑦</m:t>
                        </m:r>
                      </m:oMath>
                    </m:oMathPara>
                  </a14:m>
                  <a:endParaRPr lang="en-US" sz="1600" baseline="-25000" dirty="0">
                    <a:solidFill>
                      <a:sysClr val="windowText" lastClr="000000"/>
                    </a:solidFill>
                  </a:endParaRPr>
                </a:p>
              </p:txBody>
            </p:sp>
          </mc:Choice>
          <mc:Fallback xmlns="">
            <p:sp>
              <p:nvSpPr>
                <p:cNvPr id="73" name="Isosceles Triangle 72">
                  <a:extLst>
                    <a:ext uri="{FF2B5EF4-FFF2-40B4-BE49-F238E27FC236}">
                      <a16:creationId xmlns:a16="http://schemas.microsoft.com/office/drawing/2014/main" id="{82407E9C-B808-58D3-DCBA-523B1DAF0B5B}"/>
                    </a:ext>
                  </a:extLst>
                </p:cNvPr>
                <p:cNvSpPr>
                  <a:spLocks noRot="1" noChangeAspect="1" noMove="1" noResize="1" noEditPoints="1" noAdjustHandles="1" noChangeArrowheads="1" noChangeShapeType="1" noTextEdit="1"/>
                </p:cNvSpPr>
                <p:nvPr/>
              </p:nvSpPr>
              <p:spPr>
                <a:xfrm>
                  <a:off x="10081801" y="4777776"/>
                  <a:ext cx="718979" cy="996645"/>
                </a:xfrm>
                <a:prstGeom prst="triangle">
                  <a:avLst/>
                </a:prstGeom>
                <a:blipFill>
                  <a:blip r:embed="rId6"/>
                  <a:stretch>
                    <a:fillRect b="-7143"/>
                  </a:stretch>
                </a:blipFill>
                <a:ln w="19050">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Isosceles Triangle 73">
                  <a:extLst>
                    <a:ext uri="{FF2B5EF4-FFF2-40B4-BE49-F238E27FC236}">
                      <a16:creationId xmlns:a16="http://schemas.microsoft.com/office/drawing/2014/main" id="{06E1A58E-F381-CFFB-99F2-38A348119E27}"/>
                    </a:ext>
                  </a:extLst>
                </p:cNvPr>
                <p:cNvSpPr/>
                <p:nvPr/>
              </p:nvSpPr>
              <p:spPr>
                <a:xfrm>
                  <a:off x="11147973" y="4777775"/>
                  <a:ext cx="718979" cy="996645"/>
                </a:xfrm>
                <a:prstGeom prst="triangle">
                  <a:avLst/>
                </a:prstGeom>
                <a:solidFill>
                  <a:schemeClr val="accent1"/>
                </a:solidFill>
                <a:ln w="19050">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𝑧</m:t>
                        </m:r>
                      </m:oMath>
                    </m:oMathPara>
                  </a14:m>
                  <a:endParaRPr lang="en-US" sz="1600" baseline="-25000" dirty="0">
                    <a:solidFill>
                      <a:sysClr val="windowText" lastClr="000000"/>
                    </a:solidFill>
                  </a:endParaRPr>
                </a:p>
              </p:txBody>
            </p:sp>
          </mc:Choice>
          <mc:Fallback xmlns="">
            <p:sp>
              <p:nvSpPr>
                <p:cNvPr id="74" name="Isosceles Triangle 73">
                  <a:extLst>
                    <a:ext uri="{FF2B5EF4-FFF2-40B4-BE49-F238E27FC236}">
                      <a16:creationId xmlns:a16="http://schemas.microsoft.com/office/drawing/2014/main" id="{06E1A58E-F381-CFFB-99F2-38A348119E27}"/>
                    </a:ext>
                  </a:extLst>
                </p:cNvPr>
                <p:cNvSpPr>
                  <a:spLocks noRot="1" noChangeAspect="1" noMove="1" noResize="1" noEditPoints="1" noAdjustHandles="1" noChangeArrowheads="1" noChangeShapeType="1" noTextEdit="1"/>
                </p:cNvSpPr>
                <p:nvPr/>
              </p:nvSpPr>
              <p:spPr>
                <a:xfrm>
                  <a:off x="11147973" y="4777775"/>
                  <a:ext cx="718979" cy="996645"/>
                </a:xfrm>
                <a:prstGeom prst="triangle">
                  <a:avLst/>
                </a:prstGeom>
                <a:blipFill>
                  <a:blip r:embed="rId7"/>
                  <a:stretch>
                    <a:fillRect/>
                  </a:stretch>
                </a:blipFill>
                <a:ln w="19050">
                  <a:solidFill>
                    <a:schemeClr val="accent1">
                      <a:lumMod val="50000"/>
                    </a:schemeClr>
                  </a:solidFill>
                </a:ln>
              </p:spPr>
              <p:txBody>
                <a:bodyPr/>
                <a:lstStyle/>
                <a:p>
                  <a:r>
                    <a:rPr lang="en-US">
                      <a:noFill/>
                    </a:rPr>
                    <a:t> </a:t>
                  </a:r>
                </a:p>
              </p:txBody>
            </p:sp>
          </mc:Fallback>
        </mc:AlternateContent>
      </p:grpSp>
      <p:sp>
        <p:nvSpPr>
          <p:cNvPr id="81" name="Arrow: Right 80">
            <a:extLst>
              <a:ext uri="{FF2B5EF4-FFF2-40B4-BE49-F238E27FC236}">
                <a16:creationId xmlns:a16="http://schemas.microsoft.com/office/drawing/2014/main" id="{6BAD0FCF-2A2D-B187-1B1D-EF65CD5A6618}"/>
              </a:ext>
            </a:extLst>
          </p:cNvPr>
          <p:cNvSpPr/>
          <p:nvPr/>
        </p:nvSpPr>
        <p:spPr>
          <a:xfrm>
            <a:off x="9838676" y="395018"/>
            <a:ext cx="690130" cy="157139"/>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D24320B4-C6E7-ECDA-9217-762AA8F4BB02}"/>
              </a:ext>
            </a:extLst>
          </p:cNvPr>
          <p:cNvSpPr txBox="1"/>
          <p:nvPr/>
        </p:nvSpPr>
        <p:spPr>
          <a:xfrm>
            <a:off x="9725394" y="166185"/>
            <a:ext cx="916694" cy="253916"/>
          </a:xfrm>
          <a:prstGeom prst="rect">
            <a:avLst/>
          </a:prstGeom>
          <a:noFill/>
        </p:spPr>
        <p:txBody>
          <a:bodyPr wrap="square" rtlCol="0">
            <a:spAutoFit/>
          </a:bodyPr>
          <a:lstStyle/>
          <a:p>
            <a:r>
              <a:rPr lang="en-US" sz="1050" dirty="0">
                <a:solidFill>
                  <a:schemeClr val="accent4"/>
                </a:solidFill>
              </a:rPr>
              <a:t>Rotate Right</a:t>
            </a:r>
          </a:p>
        </p:txBody>
      </p:sp>
      <p:sp>
        <p:nvSpPr>
          <p:cNvPr id="83" name="Arrow: Right 82">
            <a:extLst>
              <a:ext uri="{FF2B5EF4-FFF2-40B4-BE49-F238E27FC236}">
                <a16:creationId xmlns:a16="http://schemas.microsoft.com/office/drawing/2014/main" id="{D1E26A96-D08E-CFB9-2C86-89B74806F655}"/>
              </a:ext>
            </a:extLst>
          </p:cNvPr>
          <p:cNvSpPr/>
          <p:nvPr/>
        </p:nvSpPr>
        <p:spPr>
          <a:xfrm flipH="1">
            <a:off x="9759046" y="608968"/>
            <a:ext cx="693416" cy="17444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FDBA50A2-A4B6-421A-EE68-DFC67BA8A247}"/>
              </a:ext>
            </a:extLst>
          </p:cNvPr>
          <p:cNvSpPr txBox="1"/>
          <p:nvPr/>
        </p:nvSpPr>
        <p:spPr>
          <a:xfrm>
            <a:off x="9746914" y="769094"/>
            <a:ext cx="916694" cy="253916"/>
          </a:xfrm>
          <a:prstGeom prst="rect">
            <a:avLst/>
          </a:prstGeom>
          <a:noFill/>
        </p:spPr>
        <p:txBody>
          <a:bodyPr wrap="square" rtlCol="0">
            <a:spAutoFit/>
          </a:bodyPr>
          <a:lstStyle/>
          <a:p>
            <a:r>
              <a:rPr lang="en-US" sz="1050" dirty="0">
                <a:solidFill>
                  <a:schemeClr val="accent2"/>
                </a:solidFill>
              </a:rPr>
              <a:t>Rotate Left</a:t>
            </a:r>
          </a:p>
        </p:txBody>
      </p:sp>
      <p:cxnSp>
        <p:nvCxnSpPr>
          <p:cNvPr id="85" name="Straight Connector 84">
            <a:extLst>
              <a:ext uri="{FF2B5EF4-FFF2-40B4-BE49-F238E27FC236}">
                <a16:creationId xmlns:a16="http://schemas.microsoft.com/office/drawing/2014/main" id="{AD884F06-951A-99D1-101E-F5493E99BD69}"/>
              </a:ext>
            </a:extLst>
          </p:cNvPr>
          <p:cNvCxnSpPr>
            <a:cxnSpLocks/>
            <a:stCxn id="95" idx="1"/>
            <a:endCxn id="91" idx="1"/>
          </p:cNvCxnSpPr>
          <p:nvPr/>
        </p:nvCxnSpPr>
        <p:spPr>
          <a:xfrm flipV="1">
            <a:off x="4307679" y="5152538"/>
            <a:ext cx="286220" cy="6664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191C387-C4C4-18BA-9651-6C9A4D9F6A9C}"/>
              </a:ext>
            </a:extLst>
          </p:cNvPr>
          <p:cNvCxnSpPr>
            <a:cxnSpLocks/>
            <a:stCxn id="92" idx="1"/>
            <a:endCxn id="89" idx="1"/>
          </p:cNvCxnSpPr>
          <p:nvPr/>
        </p:nvCxnSpPr>
        <p:spPr>
          <a:xfrm flipH="1" flipV="1">
            <a:off x="5640670" y="3964383"/>
            <a:ext cx="519044" cy="59407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7DC4C5F-EA73-78AA-2F60-720FBF4DAAEB}"/>
              </a:ext>
            </a:extLst>
          </p:cNvPr>
          <p:cNvCxnSpPr>
            <a:cxnSpLocks/>
            <a:stCxn id="90" idx="1"/>
            <a:endCxn id="89" idx="1"/>
          </p:cNvCxnSpPr>
          <p:nvPr/>
        </p:nvCxnSpPr>
        <p:spPr>
          <a:xfrm flipV="1">
            <a:off x="5002460" y="3964383"/>
            <a:ext cx="638210" cy="59407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E337128-CA99-62E2-F383-D3450E1E57DF}"/>
              </a:ext>
            </a:extLst>
          </p:cNvPr>
          <p:cNvCxnSpPr>
            <a:cxnSpLocks/>
            <a:stCxn id="91" idx="1"/>
            <a:endCxn id="90" idx="1"/>
          </p:cNvCxnSpPr>
          <p:nvPr/>
        </p:nvCxnSpPr>
        <p:spPr>
          <a:xfrm flipV="1">
            <a:off x="4593899" y="4558461"/>
            <a:ext cx="408561" cy="59407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89" name="Arc 88">
            <a:extLst>
              <a:ext uri="{FF2B5EF4-FFF2-40B4-BE49-F238E27FC236}">
                <a16:creationId xmlns:a16="http://schemas.microsoft.com/office/drawing/2014/main" id="{F617386A-F97A-EB7B-2902-14EF49861849}"/>
              </a:ext>
            </a:extLst>
          </p:cNvPr>
          <p:cNvSpPr/>
          <p:nvPr/>
        </p:nvSpPr>
        <p:spPr>
          <a:xfrm>
            <a:off x="5449202" y="377291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a:t>
            </a:r>
            <a:endParaRPr lang="th-TH" sz="2000" dirty="0">
              <a:solidFill>
                <a:sysClr val="windowText" lastClr="000000"/>
              </a:solidFill>
            </a:endParaRPr>
          </a:p>
        </p:txBody>
      </p:sp>
      <p:sp>
        <p:nvSpPr>
          <p:cNvPr id="90" name="Arc 89">
            <a:extLst>
              <a:ext uri="{FF2B5EF4-FFF2-40B4-BE49-F238E27FC236}">
                <a16:creationId xmlns:a16="http://schemas.microsoft.com/office/drawing/2014/main" id="{4020FFED-236C-8B80-811F-2B8CE16A4C0A}"/>
              </a:ext>
            </a:extLst>
          </p:cNvPr>
          <p:cNvSpPr/>
          <p:nvPr/>
        </p:nvSpPr>
        <p:spPr>
          <a:xfrm>
            <a:off x="4810992" y="436699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91" name="Arc 90">
            <a:extLst>
              <a:ext uri="{FF2B5EF4-FFF2-40B4-BE49-F238E27FC236}">
                <a16:creationId xmlns:a16="http://schemas.microsoft.com/office/drawing/2014/main" id="{B1E9B08D-588E-A855-BF6C-3DDBEEC0F13B}"/>
              </a:ext>
            </a:extLst>
          </p:cNvPr>
          <p:cNvSpPr/>
          <p:nvPr/>
        </p:nvSpPr>
        <p:spPr>
          <a:xfrm>
            <a:off x="4402431" y="496107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92" name="Arc 91">
            <a:extLst>
              <a:ext uri="{FF2B5EF4-FFF2-40B4-BE49-F238E27FC236}">
                <a16:creationId xmlns:a16="http://schemas.microsoft.com/office/drawing/2014/main" id="{49351580-4775-9CA4-FF65-38B6C6D7FEC3}"/>
              </a:ext>
            </a:extLst>
          </p:cNvPr>
          <p:cNvSpPr/>
          <p:nvPr/>
        </p:nvSpPr>
        <p:spPr>
          <a:xfrm>
            <a:off x="5968246" y="436699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10</a:t>
            </a:r>
            <a:endParaRPr lang="th-TH" sz="2000" dirty="0">
              <a:solidFill>
                <a:sysClr val="windowText" lastClr="000000"/>
              </a:solidFill>
            </a:endParaRPr>
          </a:p>
        </p:txBody>
      </p:sp>
      <p:sp>
        <p:nvSpPr>
          <p:cNvPr id="93" name="TextBox 92">
            <a:extLst>
              <a:ext uri="{FF2B5EF4-FFF2-40B4-BE49-F238E27FC236}">
                <a16:creationId xmlns:a16="http://schemas.microsoft.com/office/drawing/2014/main" id="{D9E3A443-4C48-304D-DD80-5B831D51A120}"/>
              </a:ext>
            </a:extLst>
          </p:cNvPr>
          <p:cNvSpPr txBox="1"/>
          <p:nvPr/>
        </p:nvSpPr>
        <p:spPr>
          <a:xfrm>
            <a:off x="4749319" y="4048948"/>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94" name="TextBox 93">
            <a:extLst>
              <a:ext uri="{FF2B5EF4-FFF2-40B4-BE49-F238E27FC236}">
                <a16:creationId xmlns:a16="http://schemas.microsoft.com/office/drawing/2014/main" id="{F34AAA32-026A-0791-BBA4-B2D400010517}"/>
              </a:ext>
            </a:extLst>
          </p:cNvPr>
          <p:cNvSpPr txBox="1"/>
          <p:nvPr/>
        </p:nvSpPr>
        <p:spPr>
          <a:xfrm>
            <a:off x="4171526" y="4798281"/>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95" name="Arc 94">
            <a:extLst>
              <a:ext uri="{FF2B5EF4-FFF2-40B4-BE49-F238E27FC236}">
                <a16:creationId xmlns:a16="http://schemas.microsoft.com/office/drawing/2014/main" id="{DF54190B-DAB5-951F-5B7D-3827D2D614E0}"/>
              </a:ext>
            </a:extLst>
          </p:cNvPr>
          <p:cNvSpPr/>
          <p:nvPr/>
        </p:nvSpPr>
        <p:spPr>
          <a:xfrm>
            <a:off x="4116211" y="562754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a:t>
            </a:r>
            <a:endParaRPr lang="th-TH" sz="2000" dirty="0">
              <a:solidFill>
                <a:sysClr val="windowText" lastClr="000000"/>
              </a:solidFill>
            </a:endParaRPr>
          </a:p>
        </p:txBody>
      </p:sp>
      <p:sp>
        <p:nvSpPr>
          <p:cNvPr id="96" name="TextBox 95">
            <a:extLst>
              <a:ext uri="{FF2B5EF4-FFF2-40B4-BE49-F238E27FC236}">
                <a16:creationId xmlns:a16="http://schemas.microsoft.com/office/drawing/2014/main" id="{7D38C991-2E33-5A39-32E6-B1316E418B90}"/>
              </a:ext>
            </a:extLst>
          </p:cNvPr>
          <p:cNvSpPr txBox="1"/>
          <p:nvPr/>
        </p:nvSpPr>
        <p:spPr>
          <a:xfrm>
            <a:off x="3964991" y="5330450"/>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97" name="Speech Bubble: Rectangle with Corners Rounded 96">
            <a:extLst>
              <a:ext uri="{FF2B5EF4-FFF2-40B4-BE49-F238E27FC236}">
                <a16:creationId xmlns:a16="http://schemas.microsoft.com/office/drawing/2014/main" id="{A1E1EC17-AE00-D23A-4784-8F60382F6039}"/>
              </a:ext>
            </a:extLst>
          </p:cNvPr>
          <p:cNvSpPr/>
          <p:nvPr/>
        </p:nvSpPr>
        <p:spPr>
          <a:xfrm>
            <a:off x="3757345" y="3283151"/>
            <a:ext cx="1100666" cy="485689"/>
          </a:xfrm>
          <a:prstGeom prst="wedgeRoundRectCallout">
            <a:avLst>
              <a:gd name="adj1" fmla="val 37488"/>
              <a:gd name="adj2" fmla="val 12490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Do Rotate Right at 4</a:t>
            </a:r>
          </a:p>
        </p:txBody>
      </p:sp>
      <mc:AlternateContent xmlns:mc="http://schemas.openxmlformats.org/markup-compatibility/2006" xmlns:a14="http://schemas.microsoft.com/office/drawing/2010/main">
        <mc:Choice Requires="a14">
          <p:sp>
            <p:nvSpPr>
              <p:cNvPr id="99" name="Isosceles Triangle 98">
                <a:extLst>
                  <a:ext uri="{FF2B5EF4-FFF2-40B4-BE49-F238E27FC236}">
                    <a16:creationId xmlns:a16="http://schemas.microsoft.com/office/drawing/2014/main" id="{724BA4F9-8091-B302-F1D7-120AFC012408}"/>
                  </a:ext>
                </a:extLst>
              </p:cNvPr>
              <p:cNvSpPr/>
              <p:nvPr/>
            </p:nvSpPr>
            <p:spPr>
              <a:xfrm>
                <a:off x="4701222" y="5641586"/>
                <a:ext cx="631372" cy="485689"/>
              </a:xfrm>
              <a:prstGeom prst="triangle">
                <a:avLst/>
              </a:prstGeom>
              <a:ln>
                <a:prstDash val="dash"/>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𝑦</m:t>
                      </m:r>
                    </m:oMath>
                  </m:oMathPara>
                </a14:m>
                <a:endParaRPr lang="en-US" sz="1800" dirty="0">
                  <a:solidFill>
                    <a:schemeClr val="bg1"/>
                  </a:solidFill>
                </a:endParaRPr>
              </a:p>
            </p:txBody>
          </p:sp>
        </mc:Choice>
        <mc:Fallback xmlns="">
          <p:sp>
            <p:nvSpPr>
              <p:cNvPr id="99" name="Isosceles Triangle 98">
                <a:extLst>
                  <a:ext uri="{FF2B5EF4-FFF2-40B4-BE49-F238E27FC236}">
                    <a16:creationId xmlns:a16="http://schemas.microsoft.com/office/drawing/2014/main" id="{724BA4F9-8091-B302-F1D7-120AFC012408}"/>
                  </a:ext>
                </a:extLst>
              </p:cNvPr>
              <p:cNvSpPr>
                <a:spLocks noRot="1" noChangeAspect="1" noMove="1" noResize="1" noEditPoints="1" noAdjustHandles="1" noChangeArrowheads="1" noChangeShapeType="1" noTextEdit="1"/>
              </p:cNvSpPr>
              <p:nvPr/>
            </p:nvSpPr>
            <p:spPr>
              <a:xfrm>
                <a:off x="4701222" y="5641586"/>
                <a:ext cx="631372" cy="485689"/>
              </a:xfrm>
              <a:prstGeom prst="triangle">
                <a:avLst/>
              </a:prstGeom>
              <a:blipFill>
                <a:blip r:embed="rId9"/>
                <a:stretch>
                  <a:fillRect b="-19277"/>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Isosceles Triangle 99">
                <a:extLst>
                  <a:ext uri="{FF2B5EF4-FFF2-40B4-BE49-F238E27FC236}">
                    <a16:creationId xmlns:a16="http://schemas.microsoft.com/office/drawing/2014/main" id="{E1C78873-7856-34E5-18D5-3FD44AE20FDA}"/>
                  </a:ext>
                </a:extLst>
              </p:cNvPr>
              <p:cNvSpPr/>
              <p:nvPr/>
            </p:nvSpPr>
            <p:spPr>
              <a:xfrm>
                <a:off x="5098964" y="4954161"/>
                <a:ext cx="631372" cy="485689"/>
              </a:xfrm>
              <a:prstGeom prst="triangle">
                <a:avLst/>
              </a:prstGeom>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𝑧</m:t>
                      </m:r>
                    </m:oMath>
                  </m:oMathPara>
                </a14:m>
                <a:endParaRPr lang="en-US" sz="1800" dirty="0">
                  <a:solidFill>
                    <a:schemeClr val="bg1"/>
                  </a:solidFill>
                </a:endParaRPr>
              </a:p>
            </p:txBody>
          </p:sp>
        </mc:Choice>
        <mc:Fallback xmlns="">
          <p:sp>
            <p:nvSpPr>
              <p:cNvPr id="100" name="Isosceles Triangle 99">
                <a:extLst>
                  <a:ext uri="{FF2B5EF4-FFF2-40B4-BE49-F238E27FC236}">
                    <a16:creationId xmlns:a16="http://schemas.microsoft.com/office/drawing/2014/main" id="{E1C78873-7856-34E5-18D5-3FD44AE20FDA}"/>
                  </a:ext>
                </a:extLst>
              </p:cNvPr>
              <p:cNvSpPr>
                <a:spLocks noRot="1" noChangeAspect="1" noMove="1" noResize="1" noEditPoints="1" noAdjustHandles="1" noChangeArrowheads="1" noChangeShapeType="1" noTextEdit="1"/>
              </p:cNvSpPr>
              <p:nvPr/>
            </p:nvSpPr>
            <p:spPr>
              <a:xfrm>
                <a:off x="5098964" y="4954161"/>
                <a:ext cx="631372" cy="485689"/>
              </a:xfrm>
              <a:prstGeom prst="triangle">
                <a:avLst/>
              </a:prstGeom>
              <a:blipFill>
                <a:blip r:embed="rId10"/>
                <a:stretch>
                  <a:fillRect b="-4878"/>
                </a:stretch>
              </a:blipFill>
              <a:ln>
                <a:prstDash val="dash"/>
              </a:ln>
            </p:spPr>
            <p:txBody>
              <a:bodyPr/>
              <a:lstStyle/>
              <a:p>
                <a:r>
                  <a:rPr lang="en-US">
                    <a:noFill/>
                  </a:rPr>
                  <a:t> </a:t>
                </a:r>
              </a:p>
            </p:txBody>
          </p:sp>
        </mc:Fallback>
      </mc:AlternateContent>
      <p:cxnSp>
        <p:nvCxnSpPr>
          <p:cNvPr id="107" name="Straight Connector 106">
            <a:extLst>
              <a:ext uri="{FF2B5EF4-FFF2-40B4-BE49-F238E27FC236}">
                <a16:creationId xmlns:a16="http://schemas.microsoft.com/office/drawing/2014/main" id="{76BCEE28-CB72-BD3F-9143-23D36250BA0C}"/>
              </a:ext>
            </a:extLst>
          </p:cNvPr>
          <p:cNvCxnSpPr>
            <a:cxnSpLocks/>
            <a:stCxn id="122" idx="0"/>
            <a:endCxn id="114" idx="1"/>
          </p:cNvCxnSpPr>
          <p:nvPr/>
        </p:nvCxnSpPr>
        <p:spPr>
          <a:xfrm flipV="1">
            <a:off x="7902063" y="5190734"/>
            <a:ext cx="328240" cy="450852"/>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938D1EE-7F27-97C6-D7A5-91654C6805CF}"/>
              </a:ext>
            </a:extLst>
          </p:cNvPr>
          <p:cNvCxnSpPr>
            <a:cxnSpLocks/>
            <a:stCxn id="123" idx="0"/>
            <a:endCxn id="114" idx="1"/>
          </p:cNvCxnSpPr>
          <p:nvPr/>
        </p:nvCxnSpPr>
        <p:spPr>
          <a:xfrm flipH="1" flipV="1">
            <a:off x="8230303" y="5190734"/>
            <a:ext cx="412190" cy="450852"/>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9574313-4DED-0716-E954-D56801495455}"/>
              </a:ext>
            </a:extLst>
          </p:cNvPr>
          <p:cNvCxnSpPr>
            <a:cxnSpLocks/>
            <a:stCxn id="119" idx="1"/>
            <a:endCxn id="115" idx="1"/>
          </p:cNvCxnSpPr>
          <p:nvPr/>
        </p:nvCxnSpPr>
        <p:spPr>
          <a:xfrm flipV="1">
            <a:off x="7535522" y="4548413"/>
            <a:ext cx="286220" cy="59522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540E501F-A563-A970-CC7E-7C044D7D652A}"/>
              </a:ext>
            </a:extLst>
          </p:cNvPr>
          <p:cNvCxnSpPr>
            <a:cxnSpLocks/>
            <a:stCxn id="116" idx="1"/>
            <a:endCxn id="113" idx="1"/>
          </p:cNvCxnSpPr>
          <p:nvPr/>
        </p:nvCxnSpPr>
        <p:spPr>
          <a:xfrm flipH="1" flipV="1">
            <a:off x="8868513" y="3964383"/>
            <a:ext cx="519044" cy="59407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AC00CF0-00D5-C81F-49E7-6471E8CAA109}"/>
              </a:ext>
            </a:extLst>
          </p:cNvPr>
          <p:cNvCxnSpPr>
            <a:cxnSpLocks/>
            <a:stCxn id="115" idx="1"/>
            <a:endCxn id="113" idx="1"/>
          </p:cNvCxnSpPr>
          <p:nvPr/>
        </p:nvCxnSpPr>
        <p:spPr>
          <a:xfrm flipV="1">
            <a:off x="7821742" y="3964383"/>
            <a:ext cx="1046771" cy="58403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A4CC4DF-24B9-AE4F-6870-DE0258F239E0}"/>
              </a:ext>
            </a:extLst>
          </p:cNvPr>
          <p:cNvCxnSpPr>
            <a:cxnSpLocks/>
            <a:stCxn id="115" idx="1"/>
            <a:endCxn id="114" idx="1"/>
          </p:cNvCxnSpPr>
          <p:nvPr/>
        </p:nvCxnSpPr>
        <p:spPr>
          <a:xfrm>
            <a:off x="7821742" y="4548413"/>
            <a:ext cx="408561" cy="642321"/>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3" name="Arc 112">
            <a:extLst>
              <a:ext uri="{FF2B5EF4-FFF2-40B4-BE49-F238E27FC236}">
                <a16:creationId xmlns:a16="http://schemas.microsoft.com/office/drawing/2014/main" id="{71899020-7ADF-9C1A-7C9C-688C977775F1}"/>
              </a:ext>
            </a:extLst>
          </p:cNvPr>
          <p:cNvSpPr/>
          <p:nvPr/>
        </p:nvSpPr>
        <p:spPr>
          <a:xfrm>
            <a:off x="8677045" y="377291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a:t>
            </a:r>
            <a:endParaRPr lang="th-TH" sz="2000" dirty="0">
              <a:solidFill>
                <a:sysClr val="windowText" lastClr="000000"/>
              </a:solidFill>
            </a:endParaRPr>
          </a:p>
        </p:txBody>
      </p:sp>
      <p:sp>
        <p:nvSpPr>
          <p:cNvPr id="114" name="Arc 113">
            <a:extLst>
              <a:ext uri="{FF2B5EF4-FFF2-40B4-BE49-F238E27FC236}">
                <a16:creationId xmlns:a16="http://schemas.microsoft.com/office/drawing/2014/main" id="{C489C27C-DF5F-E935-D6B1-09F5E6B25424}"/>
              </a:ext>
            </a:extLst>
          </p:cNvPr>
          <p:cNvSpPr/>
          <p:nvPr/>
        </p:nvSpPr>
        <p:spPr>
          <a:xfrm>
            <a:off x="8038835" y="499926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115" name="Arc 114">
            <a:extLst>
              <a:ext uri="{FF2B5EF4-FFF2-40B4-BE49-F238E27FC236}">
                <a16:creationId xmlns:a16="http://schemas.microsoft.com/office/drawing/2014/main" id="{EA7687D0-0B45-A16E-1AA2-59111E65E47F}"/>
              </a:ext>
            </a:extLst>
          </p:cNvPr>
          <p:cNvSpPr/>
          <p:nvPr/>
        </p:nvSpPr>
        <p:spPr>
          <a:xfrm>
            <a:off x="7630274" y="435694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116" name="Arc 115">
            <a:extLst>
              <a:ext uri="{FF2B5EF4-FFF2-40B4-BE49-F238E27FC236}">
                <a16:creationId xmlns:a16="http://schemas.microsoft.com/office/drawing/2014/main" id="{916CE46D-6787-59F9-A731-4E7AB3EAB1C1}"/>
              </a:ext>
            </a:extLst>
          </p:cNvPr>
          <p:cNvSpPr/>
          <p:nvPr/>
        </p:nvSpPr>
        <p:spPr>
          <a:xfrm>
            <a:off x="9196089" y="436699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10</a:t>
            </a:r>
            <a:endParaRPr lang="th-TH" sz="2000" dirty="0">
              <a:solidFill>
                <a:sysClr val="windowText" lastClr="000000"/>
              </a:solidFill>
            </a:endParaRPr>
          </a:p>
        </p:txBody>
      </p:sp>
      <p:sp>
        <p:nvSpPr>
          <p:cNvPr id="117" name="TextBox 116">
            <a:extLst>
              <a:ext uri="{FF2B5EF4-FFF2-40B4-BE49-F238E27FC236}">
                <a16:creationId xmlns:a16="http://schemas.microsoft.com/office/drawing/2014/main" id="{6BDF6B2A-13F5-AA71-87A1-D2ECED1379A7}"/>
              </a:ext>
            </a:extLst>
          </p:cNvPr>
          <p:cNvSpPr txBox="1"/>
          <p:nvPr/>
        </p:nvSpPr>
        <p:spPr>
          <a:xfrm>
            <a:off x="7808356" y="4057841"/>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18" name="TextBox 117">
            <a:extLst>
              <a:ext uri="{FF2B5EF4-FFF2-40B4-BE49-F238E27FC236}">
                <a16:creationId xmlns:a16="http://schemas.microsoft.com/office/drawing/2014/main" id="{E1F6516C-74BE-6AA6-E876-6C4690CAA1C4}"/>
              </a:ext>
            </a:extLst>
          </p:cNvPr>
          <p:cNvSpPr txBox="1"/>
          <p:nvPr/>
        </p:nvSpPr>
        <p:spPr>
          <a:xfrm>
            <a:off x="8225654" y="4681971"/>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19" name="Arc 118">
            <a:extLst>
              <a:ext uri="{FF2B5EF4-FFF2-40B4-BE49-F238E27FC236}">
                <a16:creationId xmlns:a16="http://schemas.microsoft.com/office/drawing/2014/main" id="{38F27F4E-F2F2-BDEE-24E5-33A57E6C2A0B}"/>
              </a:ext>
            </a:extLst>
          </p:cNvPr>
          <p:cNvSpPr/>
          <p:nvPr/>
        </p:nvSpPr>
        <p:spPr>
          <a:xfrm>
            <a:off x="7344054" y="495216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a:t>
            </a:r>
            <a:endParaRPr lang="th-TH" sz="2000" dirty="0">
              <a:solidFill>
                <a:sysClr val="windowText" lastClr="000000"/>
              </a:solidFill>
            </a:endParaRPr>
          </a:p>
        </p:txBody>
      </p:sp>
      <p:sp>
        <p:nvSpPr>
          <p:cNvPr id="120" name="TextBox 119">
            <a:extLst>
              <a:ext uri="{FF2B5EF4-FFF2-40B4-BE49-F238E27FC236}">
                <a16:creationId xmlns:a16="http://schemas.microsoft.com/office/drawing/2014/main" id="{C593F8F9-8F6F-BECF-5703-DDAD2ADBC29B}"/>
              </a:ext>
            </a:extLst>
          </p:cNvPr>
          <p:cNvSpPr txBox="1"/>
          <p:nvPr/>
        </p:nvSpPr>
        <p:spPr>
          <a:xfrm>
            <a:off x="7178948" y="4715684"/>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mc:AlternateContent xmlns:mc="http://schemas.openxmlformats.org/markup-compatibility/2006" xmlns:a14="http://schemas.microsoft.com/office/drawing/2010/main">
        <mc:Choice Requires="a14">
          <p:sp>
            <p:nvSpPr>
              <p:cNvPr id="122" name="Isosceles Triangle 121">
                <a:extLst>
                  <a:ext uri="{FF2B5EF4-FFF2-40B4-BE49-F238E27FC236}">
                    <a16:creationId xmlns:a16="http://schemas.microsoft.com/office/drawing/2014/main" id="{B81A2E8A-E49D-27BF-0D2F-45493D87E58C}"/>
                  </a:ext>
                </a:extLst>
              </p:cNvPr>
              <p:cNvSpPr/>
              <p:nvPr/>
            </p:nvSpPr>
            <p:spPr>
              <a:xfrm>
                <a:off x="7586377" y="5641586"/>
                <a:ext cx="631372" cy="485689"/>
              </a:xfrm>
              <a:prstGeom prst="triangle">
                <a:avLst/>
              </a:prstGeom>
              <a:ln>
                <a:prstDash val="dash"/>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𝑦</m:t>
                      </m:r>
                    </m:oMath>
                  </m:oMathPara>
                </a14:m>
                <a:endParaRPr lang="en-US" sz="1800" dirty="0">
                  <a:solidFill>
                    <a:schemeClr val="bg1"/>
                  </a:solidFill>
                </a:endParaRPr>
              </a:p>
            </p:txBody>
          </p:sp>
        </mc:Choice>
        <mc:Fallback xmlns="">
          <p:sp>
            <p:nvSpPr>
              <p:cNvPr id="122" name="Isosceles Triangle 121">
                <a:extLst>
                  <a:ext uri="{FF2B5EF4-FFF2-40B4-BE49-F238E27FC236}">
                    <a16:creationId xmlns:a16="http://schemas.microsoft.com/office/drawing/2014/main" id="{B81A2E8A-E49D-27BF-0D2F-45493D87E58C}"/>
                  </a:ext>
                </a:extLst>
              </p:cNvPr>
              <p:cNvSpPr>
                <a:spLocks noRot="1" noChangeAspect="1" noMove="1" noResize="1" noEditPoints="1" noAdjustHandles="1" noChangeArrowheads="1" noChangeShapeType="1" noTextEdit="1"/>
              </p:cNvSpPr>
              <p:nvPr/>
            </p:nvSpPr>
            <p:spPr>
              <a:xfrm>
                <a:off x="7586377" y="5641586"/>
                <a:ext cx="631372" cy="485689"/>
              </a:xfrm>
              <a:prstGeom prst="triangle">
                <a:avLst/>
              </a:prstGeom>
              <a:blipFill>
                <a:blip r:embed="rId12"/>
                <a:stretch>
                  <a:fillRect b="-19277"/>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Isosceles Triangle 122">
                <a:extLst>
                  <a:ext uri="{FF2B5EF4-FFF2-40B4-BE49-F238E27FC236}">
                    <a16:creationId xmlns:a16="http://schemas.microsoft.com/office/drawing/2014/main" id="{A60313C4-F798-00E7-BF40-980781CFA103}"/>
                  </a:ext>
                </a:extLst>
              </p:cNvPr>
              <p:cNvSpPr/>
              <p:nvPr/>
            </p:nvSpPr>
            <p:spPr>
              <a:xfrm>
                <a:off x="8326807" y="5641586"/>
                <a:ext cx="631372" cy="485689"/>
              </a:xfrm>
              <a:prstGeom prst="triangle">
                <a:avLst/>
              </a:prstGeom>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𝑧</m:t>
                      </m:r>
                    </m:oMath>
                  </m:oMathPara>
                </a14:m>
                <a:endParaRPr lang="en-US" sz="1800" dirty="0">
                  <a:solidFill>
                    <a:schemeClr val="bg1"/>
                  </a:solidFill>
                </a:endParaRPr>
              </a:p>
            </p:txBody>
          </p:sp>
        </mc:Choice>
        <mc:Fallback xmlns="">
          <p:sp>
            <p:nvSpPr>
              <p:cNvPr id="123" name="Isosceles Triangle 122">
                <a:extLst>
                  <a:ext uri="{FF2B5EF4-FFF2-40B4-BE49-F238E27FC236}">
                    <a16:creationId xmlns:a16="http://schemas.microsoft.com/office/drawing/2014/main" id="{A60313C4-F798-00E7-BF40-980781CFA103}"/>
                  </a:ext>
                </a:extLst>
              </p:cNvPr>
              <p:cNvSpPr>
                <a:spLocks noRot="1" noChangeAspect="1" noMove="1" noResize="1" noEditPoints="1" noAdjustHandles="1" noChangeArrowheads="1" noChangeShapeType="1" noTextEdit="1"/>
              </p:cNvSpPr>
              <p:nvPr/>
            </p:nvSpPr>
            <p:spPr>
              <a:xfrm>
                <a:off x="8326807" y="5641586"/>
                <a:ext cx="631372" cy="485689"/>
              </a:xfrm>
              <a:prstGeom prst="triangle">
                <a:avLst/>
              </a:prstGeom>
              <a:blipFill>
                <a:blip r:embed="rId13"/>
                <a:stretch>
                  <a:fillRect b="-4819"/>
                </a:stretch>
              </a:blipFill>
              <a:ln>
                <a:prstDash val="dash"/>
              </a:ln>
            </p:spPr>
            <p:txBody>
              <a:bodyPr/>
              <a:lstStyle/>
              <a:p>
                <a:r>
                  <a:rPr lang="en-US">
                    <a:noFill/>
                  </a:rPr>
                  <a:t> </a:t>
                </a:r>
              </a:p>
            </p:txBody>
          </p:sp>
        </mc:Fallback>
      </mc:AlternateContent>
      <p:sp>
        <p:nvSpPr>
          <p:cNvPr id="138" name="Speech Bubble: Rectangle with Corners Rounded 137">
            <a:extLst>
              <a:ext uri="{FF2B5EF4-FFF2-40B4-BE49-F238E27FC236}">
                <a16:creationId xmlns:a16="http://schemas.microsoft.com/office/drawing/2014/main" id="{FB064FE4-7C25-C648-AA0A-5F1B0C50CB73}"/>
              </a:ext>
            </a:extLst>
          </p:cNvPr>
          <p:cNvSpPr/>
          <p:nvPr/>
        </p:nvSpPr>
        <p:spPr>
          <a:xfrm>
            <a:off x="7105100" y="3136397"/>
            <a:ext cx="1100666" cy="485689"/>
          </a:xfrm>
          <a:prstGeom prst="wedgeRoundRectCallout">
            <a:avLst>
              <a:gd name="adj1" fmla="val 16422"/>
              <a:gd name="adj2" fmla="val 13386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The result is balanced</a:t>
            </a:r>
          </a:p>
        </p:txBody>
      </p:sp>
      <p:sp>
        <p:nvSpPr>
          <p:cNvPr id="140" name="Rectangle: Rounded Corners 139">
            <a:extLst>
              <a:ext uri="{FF2B5EF4-FFF2-40B4-BE49-F238E27FC236}">
                <a16:creationId xmlns:a16="http://schemas.microsoft.com/office/drawing/2014/main" id="{90361C93-959B-7F91-93A1-D11D8BC29750}"/>
              </a:ext>
            </a:extLst>
          </p:cNvPr>
          <p:cNvSpPr/>
          <p:nvPr/>
        </p:nvSpPr>
        <p:spPr>
          <a:xfrm>
            <a:off x="539764" y="3012442"/>
            <a:ext cx="2707729" cy="3679373"/>
          </a:xfrm>
          <a:prstGeom prst="roundRect">
            <a:avLst>
              <a:gd name="adj" fmla="val 836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41" name="Rectangle: Rounded Corners 140">
            <a:extLst>
              <a:ext uri="{FF2B5EF4-FFF2-40B4-BE49-F238E27FC236}">
                <a16:creationId xmlns:a16="http://schemas.microsoft.com/office/drawing/2014/main" id="{CD917EDB-76F7-7FBD-DBC3-B9EE6B69F527}"/>
              </a:ext>
            </a:extLst>
          </p:cNvPr>
          <p:cNvSpPr/>
          <p:nvPr/>
        </p:nvSpPr>
        <p:spPr>
          <a:xfrm>
            <a:off x="3626893" y="3012444"/>
            <a:ext cx="2896548" cy="3679371"/>
          </a:xfrm>
          <a:prstGeom prst="roundRect">
            <a:avLst>
              <a:gd name="adj" fmla="val 836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42" name="Rectangle: Rounded Corners 141">
            <a:extLst>
              <a:ext uri="{FF2B5EF4-FFF2-40B4-BE49-F238E27FC236}">
                <a16:creationId xmlns:a16="http://schemas.microsoft.com/office/drawing/2014/main" id="{DC0C4334-83B2-564F-7229-9999DDBD8DF7}"/>
              </a:ext>
            </a:extLst>
          </p:cNvPr>
          <p:cNvSpPr/>
          <p:nvPr/>
        </p:nvSpPr>
        <p:spPr>
          <a:xfrm>
            <a:off x="6854316" y="3012444"/>
            <a:ext cx="2945172" cy="3679371"/>
          </a:xfrm>
          <a:prstGeom prst="roundRect">
            <a:avLst>
              <a:gd name="adj" fmla="val 836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43" name="Arrow: Right 142">
            <a:extLst>
              <a:ext uri="{FF2B5EF4-FFF2-40B4-BE49-F238E27FC236}">
                <a16:creationId xmlns:a16="http://schemas.microsoft.com/office/drawing/2014/main" id="{FB68D60A-23F6-9754-B0A7-D417ED00F32B}"/>
              </a:ext>
            </a:extLst>
          </p:cNvPr>
          <p:cNvSpPr/>
          <p:nvPr/>
        </p:nvSpPr>
        <p:spPr>
          <a:xfrm>
            <a:off x="2988683" y="4966400"/>
            <a:ext cx="775538" cy="569073"/>
          </a:xfrm>
          <a:prstGeom prst="rightArrow">
            <a:avLst>
              <a:gd name="adj1" fmla="val 50000"/>
              <a:gd name="adj2" fmla="val 3544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800" dirty="0"/>
          </a:p>
        </p:txBody>
      </p:sp>
      <p:sp>
        <p:nvSpPr>
          <p:cNvPr id="144" name="Arrow: Right 143">
            <a:extLst>
              <a:ext uri="{FF2B5EF4-FFF2-40B4-BE49-F238E27FC236}">
                <a16:creationId xmlns:a16="http://schemas.microsoft.com/office/drawing/2014/main" id="{FA9F2686-D17D-7184-40DA-8AB50135C3D3}"/>
              </a:ext>
            </a:extLst>
          </p:cNvPr>
          <p:cNvSpPr/>
          <p:nvPr/>
        </p:nvSpPr>
        <p:spPr>
          <a:xfrm>
            <a:off x="6347177" y="4966400"/>
            <a:ext cx="775538" cy="569073"/>
          </a:xfrm>
          <a:prstGeom prst="rightArrow">
            <a:avLst>
              <a:gd name="adj1" fmla="val 50000"/>
              <a:gd name="adj2" fmla="val 3544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800" dirty="0"/>
          </a:p>
        </p:txBody>
      </p:sp>
    </p:spTree>
    <p:extLst>
      <p:ext uri="{BB962C8B-B14F-4D97-AF65-F5344CB8AC3E}">
        <p14:creationId xmlns:p14="http://schemas.microsoft.com/office/powerpoint/2010/main" val="376819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5"/>
                                        </p:tgtEl>
                                        <p:attrNameLst>
                                          <p:attrName>style.visibility</p:attrName>
                                        </p:attrNameLst>
                                      </p:cBhvr>
                                      <p:to>
                                        <p:strVal val="visible"/>
                                      </p:to>
                                    </p:set>
                                    <p:animEffect transition="in" filter="fade">
                                      <p:cBhvr>
                                        <p:cTn id="26" dur="500"/>
                                        <p:tgtEl>
                                          <p:spTgt spid="9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6"/>
                                        </p:tgtEl>
                                        <p:attrNameLst>
                                          <p:attrName>style.visibility</p:attrName>
                                        </p:attrNameLst>
                                      </p:cBhvr>
                                      <p:to>
                                        <p:strVal val="visible"/>
                                      </p:to>
                                    </p:set>
                                    <p:animEffect transition="in" filter="fade">
                                      <p:cBhvr>
                                        <p:cTn id="29" dur="500"/>
                                        <p:tgtEl>
                                          <p:spTgt spid="96"/>
                                        </p:tgtEl>
                                      </p:cBhvr>
                                    </p:animEffect>
                                  </p:childTnLst>
                                </p:cTn>
                              </p:par>
                              <p:par>
                                <p:cTn id="30" presetID="10" presetClass="entr" presetSubtype="0" fill="hold" nodeType="withEffect">
                                  <p:stCondLst>
                                    <p:cond delay="0"/>
                                  </p:stCondLst>
                                  <p:childTnLst>
                                    <p:set>
                                      <p:cBhvr>
                                        <p:cTn id="31" dur="1" fill="hold">
                                          <p:stCondLst>
                                            <p:cond delay="0"/>
                                          </p:stCondLst>
                                        </p:cTn>
                                        <p:tgtEl>
                                          <p:spTgt spid="85"/>
                                        </p:tgtEl>
                                        <p:attrNameLst>
                                          <p:attrName>style.visibility</p:attrName>
                                        </p:attrNameLst>
                                      </p:cBhvr>
                                      <p:to>
                                        <p:strVal val="visible"/>
                                      </p:to>
                                    </p:set>
                                    <p:animEffect transition="in" filter="fade">
                                      <p:cBhvr>
                                        <p:cTn id="32" dur="500"/>
                                        <p:tgtEl>
                                          <p:spTgt spid="8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1"/>
                                        </p:tgtEl>
                                        <p:attrNameLst>
                                          <p:attrName>style.visibility</p:attrName>
                                        </p:attrNameLst>
                                      </p:cBhvr>
                                      <p:to>
                                        <p:strVal val="visible"/>
                                      </p:to>
                                    </p:set>
                                    <p:animEffect transition="in" filter="fade">
                                      <p:cBhvr>
                                        <p:cTn id="35" dur="500"/>
                                        <p:tgtEl>
                                          <p:spTgt spid="9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4"/>
                                        </p:tgtEl>
                                        <p:attrNameLst>
                                          <p:attrName>style.visibility</p:attrName>
                                        </p:attrNameLst>
                                      </p:cBhvr>
                                      <p:to>
                                        <p:strVal val="visible"/>
                                      </p:to>
                                    </p:set>
                                    <p:animEffect transition="in" filter="fade">
                                      <p:cBhvr>
                                        <p:cTn id="38" dur="500"/>
                                        <p:tgtEl>
                                          <p:spTgt spid="94"/>
                                        </p:tgtEl>
                                      </p:cBhvr>
                                    </p:animEffect>
                                  </p:childTnLst>
                                </p:cTn>
                              </p:par>
                              <p:par>
                                <p:cTn id="39" presetID="10" presetClass="entr" presetSubtype="0" fill="hold" nodeType="withEffect">
                                  <p:stCondLst>
                                    <p:cond delay="0"/>
                                  </p:stCondLst>
                                  <p:childTnLst>
                                    <p:set>
                                      <p:cBhvr>
                                        <p:cTn id="40" dur="1" fill="hold">
                                          <p:stCondLst>
                                            <p:cond delay="0"/>
                                          </p:stCondLst>
                                        </p:cTn>
                                        <p:tgtEl>
                                          <p:spTgt spid="88"/>
                                        </p:tgtEl>
                                        <p:attrNameLst>
                                          <p:attrName>style.visibility</p:attrName>
                                        </p:attrNameLst>
                                      </p:cBhvr>
                                      <p:to>
                                        <p:strVal val="visible"/>
                                      </p:to>
                                    </p:set>
                                    <p:animEffect transition="in" filter="fade">
                                      <p:cBhvr>
                                        <p:cTn id="41" dur="500"/>
                                        <p:tgtEl>
                                          <p:spTgt spid="8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90"/>
                                        </p:tgtEl>
                                        <p:attrNameLst>
                                          <p:attrName>style.visibility</p:attrName>
                                        </p:attrNameLst>
                                      </p:cBhvr>
                                      <p:to>
                                        <p:strVal val="visible"/>
                                      </p:to>
                                    </p:set>
                                    <p:animEffect transition="in" filter="fade">
                                      <p:cBhvr>
                                        <p:cTn id="44" dur="500"/>
                                        <p:tgtEl>
                                          <p:spTgt spid="9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animEffect transition="in" filter="fade">
                                      <p:cBhvr>
                                        <p:cTn id="47" dur="500"/>
                                        <p:tgtEl>
                                          <p:spTgt spid="93"/>
                                        </p:tgtEl>
                                      </p:cBhvr>
                                    </p:animEffect>
                                  </p:childTnLst>
                                </p:cTn>
                              </p:par>
                              <p:par>
                                <p:cTn id="48" presetID="10" presetClass="entr" presetSubtype="0" fill="hold" nodeType="withEffect">
                                  <p:stCondLst>
                                    <p:cond delay="0"/>
                                  </p:stCondLst>
                                  <p:childTnLst>
                                    <p:set>
                                      <p:cBhvr>
                                        <p:cTn id="49" dur="1" fill="hold">
                                          <p:stCondLst>
                                            <p:cond delay="0"/>
                                          </p:stCondLst>
                                        </p:cTn>
                                        <p:tgtEl>
                                          <p:spTgt spid="87"/>
                                        </p:tgtEl>
                                        <p:attrNameLst>
                                          <p:attrName>style.visibility</p:attrName>
                                        </p:attrNameLst>
                                      </p:cBhvr>
                                      <p:to>
                                        <p:strVal val="visible"/>
                                      </p:to>
                                    </p:set>
                                    <p:animEffect transition="in" filter="fade">
                                      <p:cBhvr>
                                        <p:cTn id="50" dur="500"/>
                                        <p:tgtEl>
                                          <p:spTgt spid="8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9"/>
                                        </p:tgtEl>
                                        <p:attrNameLst>
                                          <p:attrName>style.visibility</p:attrName>
                                        </p:attrNameLst>
                                      </p:cBhvr>
                                      <p:to>
                                        <p:strVal val="visible"/>
                                      </p:to>
                                    </p:set>
                                    <p:animEffect transition="in" filter="fade">
                                      <p:cBhvr>
                                        <p:cTn id="53" dur="500"/>
                                        <p:tgtEl>
                                          <p:spTgt spid="89"/>
                                        </p:tgtEl>
                                      </p:cBhvr>
                                    </p:animEffect>
                                  </p:childTnLst>
                                </p:cTn>
                              </p:par>
                              <p:par>
                                <p:cTn id="54" presetID="10" presetClass="entr" presetSubtype="0" fill="hold" nodeType="with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fade">
                                      <p:cBhvr>
                                        <p:cTn id="56" dur="500"/>
                                        <p:tgtEl>
                                          <p:spTgt spid="8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92"/>
                                        </p:tgtEl>
                                        <p:attrNameLst>
                                          <p:attrName>style.visibility</p:attrName>
                                        </p:attrNameLst>
                                      </p:cBhvr>
                                      <p:to>
                                        <p:strVal val="visible"/>
                                      </p:to>
                                    </p:set>
                                    <p:animEffect transition="in" filter="fade">
                                      <p:cBhvr>
                                        <p:cTn id="59" dur="500"/>
                                        <p:tgtEl>
                                          <p:spTgt spid="9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43"/>
                                        </p:tgtEl>
                                        <p:attrNameLst>
                                          <p:attrName>style.visibility</p:attrName>
                                        </p:attrNameLst>
                                      </p:cBhvr>
                                      <p:to>
                                        <p:strVal val="visible"/>
                                      </p:to>
                                    </p:set>
                                    <p:animEffect transition="in" filter="fade">
                                      <p:cBhvr>
                                        <p:cTn id="62" dur="500"/>
                                        <p:tgtEl>
                                          <p:spTgt spid="14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41"/>
                                        </p:tgtEl>
                                        <p:attrNameLst>
                                          <p:attrName>style.visibility</p:attrName>
                                        </p:attrNameLst>
                                      </p:cBhvr>
                                      <p:to>
                                        <p:strVal val="visible"/>
                                      </p:to>
                                    </p:set>
                                    <p:animEffect transition="in" filter="fade">
                                      <p:cBhvr>
                                        <p:cTn id="65" dur="500"/>
                                        <p:tgtEl>
                                          <p:spTgt spid="14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97"/>
                                        </p:tgtEl>
                                        <p:attrNameLst>
                                          <p:attrName>style.visibility</p:attrName>
                                        </p:attrNameLst>
                                      </p:cBhvr>
                                      <p:to>
                                        <p:strVal val="visible"/>
                                      </p:to>
                                    </p:set>
                                    <p:animEffect transition="in" filter="fade">
                                      <p:cBhvr>
                                        <p:cTn id="70" dur="500"/>
                                        <p:tgtEl>
                                          <p:spTgt spid="9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par>
                                <p:cTn id="76" presetID="10" presetClass="entr" presetSubtype="0" fill="hold" nodeType="with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fade">
                                      <p:cBhvr>
                                        <p:cTn id="78" dur="500"/>
                                        <p:tgtEl>
                                          <p:spTgt spid="7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81"/>
                                        </p:tgtEl>
                                        <p:attrNameLst>
                                          <p:attrName>style.visibility</p:attrName>
                                        </p:attrNameLst>
                                      </p:cBhvr>
                                      <p:to>
                                        <p:strVal val="visible"/>
                                      </p:to>
                                    </p:set>
                                    <p:animEffect transition="in" filter="fade">
                                      <p:cBhvr>
                                        <p:cTn id="81" dur="500"/>
                                        <p:tgtEl>
                                          <p:spTgt spid="8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82"/>
                                        </p:tgtEl>
                                        <p:attrNameLst>
                                          <p:attrName>style.visibility</p:attrName>
                                        </p:attrNameLst>
                                      </p:cBhvr>
                                      <p:to>
                                        <p:strVal val="visible"/>
                                      </p:to>
                                    </p:set>
                                    <p:animEffect transition="in" filter="fade">
                                      <p:cBhvr>
                                        <p:cTn id="84" dur="500"/>
                                        <p:tgtEl>
                                          <p:spTgt spid="8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83"/>
                                        </p:tgtEl>
                                        <p:attrNameLst>
                                          <p:attrName>style.visibility</p:attrName>
                                        </p:attrNameLst>
                                      </p:cBhvr>
                                      <p:to>
                                        <p:strVal val="visible"/>
                                      </p:to>
                                    </p:set>
                                    <p:animEffect transition="in" filter="fade">
                                      <p:cBhvr>
                                        <p:cTn id="87" dur="500"/>
                                        <p:tgtEl>
                                          <p:spTgt spid="8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84"/>
                                        </p:tgtEl>
                                        <p:attrNameLst>
                                          <p:attrName>style.visibility</p:attrName>
                                        </p:attrNameLst>
                                      </p:cBhvr>
                                      <p:to>
                                        <p:strVal val="visible"/>
                                      </p:to>
                                    </p:set>
                                    <p:animEffect transition="in" filter="fade">
                                      <p:cBhvr>
                                        <p:cTn id="90" dur="500"/>
                                        <p:tgtEl>
                                          <p:spTgt spid="8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98"/>
                                        </p:tgtEl>
                                        <p:attrNameLst>
                                          <p:attrName>style.visibility</p:attrName>
                                        </p:attrNameLst>
                                      </p:cBhvr>
                                      <p:to>
                                        <p:strVal val="visible"/>
                                      </p:to>
                                    </p:set>
                                    <p:animEffect transition="in" filter="fade">
                                      <p:cBhvr>
                                        <p:cTn id="95" dur="500"/>
                                        <p:tgtEl>
                                          <p:spTgt spid="9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99"/>
                                        </p:tgtEl>
                                        <p:attrNameLst>
                                          <p:attrName>style.visibility</p:attrName>
                                        </p:attrNameLst>
                                      </p:cBhvr>
                                      <p:to>
                                        <p:strVal val="visible"/>
                                      </p:to>
                                    </p:set>
                                    <p:animEffect transition="in" filter="fade">
                                      <p:cBhvr>
                                        <p:cTn id="98" dur="500"/>
                                        <p:tgtEl>
                                          <p:spTgt spid="99"/>
                                        </p:tgtEl>
                                      </p:cBhvr>
                                    </p:animEffect>
                                  </p:childTnLst>
                                </p:cTn>
                              </p:par>
                              <p:par>
                                <p:cTn id="99" presetID="10" presetClass="entr" presetSubtype="0" fill="hold" nodeType="withEffect">
                                  <p:stCondLst>
                                    <p:cond delay="0"/>
                                  </p:stCondLst>
                                  <p:childTnLst>
                                    <p:set>
                                      <p:cBhvr>
                                        <p:cTn id="100" dur="1" fill="hold">
                                          <p:stCondLst>
                                            <p:cond delay="0"/>
                                          </p:stCondLst>
                                        </p:cTn>
                                        <p:tgtEl>
                                          <p:spTgt spid="101"/>
                                        </p:tgtEl>
                                        <p:attrNameLst>
                                          <p:attrName>style.visibility</p:attrName>
                                        </p:attrNameLst>
                                      </p:cBhvr>
                                      <p:to>
                                        <p:strVal val="visible"/>
                                      </p:to>
                                    </p:set>
                                    <p:animEffect transition="in" filter="fade">
                                      <p:cBhvr>
                                        <p:cTn id="101" dur="500"/>
                                        <p:tgtEl>
                                          <p:spTgt spid="10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100"/>
                                        </p:tgtEl>
                                        <p:attrNameLst>
                                          <p:attrName>style.visibility</p:attrName>
                                        </p:attrNameLst>
                                      </p:cBhvr>
                                      <p:to>
                                        <p:strVal val="visible"/>
                                      </p:to>
                                    </p:set>
                                    <p:animEffect transition="in" filter="fade">
                                      <p:cBhvr>
                                        <p:cTn id="104" dur="500"/>
                                        <p:tgtEl>
                                          <p:spTgt spid="100"/>
                                        </p:tgtEl>
                                      </p:cBhvr>
                                    </p:animEffect>
                                  </p:childTnLst>
                                </p:cTn>
                              </p:par>
                              <p:par>
                                <p:cTn id="105" presetID="10" presetClass="entr" presetSubtype="0" fill="hold" nodeType="withEffect">
                                  <p:stCondLst>
                                    <p:cond delay="0"/>
                                  </p:stCondLst>
                                  <p:childTnLst>
                                    <p:set>
                                      <p:cBhvr>
                                        <p:cTn id="106" dur="1" fill="hold">
                                          <p:stCondLst>
                                            <p:cond delay="0"/>
                                          </p:stCondLst>
                                        </p:cTn>
                                        <p:tgtEl>
                                          <p:spTgt spid="104"/>
                                        </p:tgtEl>
                                        <p:attrNameLst>
                                          <p:attrName>style.visibility</p:attrName>
                                        </p:attrNameLst>
                                      </p:cBhvr>
                                      <p:to>
                                        <p:strVal val="visible"/>
                                      </p:to>
                                    </p:set>
                                    <p:animEffect transition="in" filter="fade">
                                      <p:cBhvr>
                                        <p:cTn id="107" dur="500"/>
                                        <p:tgtEl>
                                          <p:spTgt spid="104"/>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07"/>
                                        </p:tgtEl>
                                        <p:attrNameLst>
                                          <p:attrName>style.visibility</p:attrName>
                                        </p:attrNameLst>
                                      </p:cBhvr>
                                      <p:to>
                                        <p:strVal val="visible"/>
                                      </p:to>
                                    </p:set>
                                    <p:animEffect transition="in" filter="fade">
                                      <p:cBhvr>
                                        <p:cTn id="112" dur="500"/>
                                        <p:tgtEl>
                                          <p:spTgt spid="107"/>
                                        </p:tgtEl>
                                      </p:cBhvr>
                                    </p:animEffect>
                                  </p:childTnLst>
                                </p:cTn>
                              </p:par>
                              <p:par>
                                <p:cTn id="113" presetID="10" presetClass="entr" presetSubtype="0" fill="hold" nodeType="withEffect">
                                  <p:stCondLst>
                                    <p:cond delay="0"/>
                                  </p:stCondLst>
                                  <p:childTnLst>
                                    <p:set>
                                      <p:cBhvr>
                                        <p:cTn id="114" dur="1" fill="hold">
                                          <p:stCondLst>
                                            <p:cond delay="0"/>
                                          </p:stCondLst>
                                        </p:cTn>
                                        <p:tgtEl>
                                          <p:spTgt spid="108"/>
                                        </p:tgtEl>
                                        <p:attrNameLst>
                                          <p:attrName>style.visibility</p:attrName>
                                        </p:attrNameLst>
                                      </p:cBhvr>
                                      <p:to>
                                        <p:strVal val="visible"/>
                                      </p:to>
                                    </p:set>
                                    <p:animEffect transition="in" filter="fade">
                                      <p:cBhvr>
                                        <p:cTn id="115" dur="500"/>
                                        <p:tgtEl>
                                          <p:spTgt spid="108"/>
                                        </p:tgtEl>
                                      </p:cBhvr>
                                    </p:animEffect>
                                  </p:childTnLst>
                                </p:cTn>
                              </p:par>
                              <p:par>
                                <p:cTn id="116" presetID="10" presetClass="entr" presetSubtype="0" fill="hold" nodeType="withEffect">
                                  <p:stCondLst>
                                    <p:cond delay="0"/>
                                  </p:stCondLst>
                                  <p:childTnLst>
                                    <p:set>
                                      <p:cBhvr>
                                        <p:cTn id="117" dur="1" fill="hold">
                                          <p:stCondLst>
                                            <p:cond delay="0"/>
                                          </p:stCondLst>
                                        </p:cTn>
                                        <p:tgtEl>
                                          <p:spTgt spid="109"/>
                                        </p:tgtEl>
                                        <p:attrNameLst>
                                          <p:attrName>style.visibility</p:attrName>
                                        </p:attrNameLst>
                                      </p:cBhvr>
                                      <p:to>
                                        <p:strVal val="visible"/>
                                      </p:to>
                                    </p:set>
                                    <p:animEffect transition="in" filter="fade">
                                      <p:cBhvr>
                                        <p:cTn id="118" dur="500"/>
                                        <p:tgtEl>
                                          <p:spTgt spid="109"/>
                                        </p:tgtEl>
                                      </p:cBhvr>
                                    </p:animEffect>
                                  </p:childTnLst>
                                </p:cTn>
                              </p:par>
                              <p:par>
                                <p:cTn id="119" presetID="10" presetClass="entr" presetSubtype="0" fill="hold" nodeType="withEffect">
                                  <p:stCondLst>
                                    <p:cond delay="0"/>
                                  </p:stCondLst>
                                  <p:childTnLst>
                                    <p:set>
                                      <p:cBhvr>
                                        <p:cTn id="120" dur="1" fill="hold">
                                          <p:stCondLst>
                                            <p:cond delay="0"/>
                                          </p:stCondLst>
                                        </p:cTn>
                                        <p:tgtEl>
                                          <p:spTgt spid="110"/>
                                        </p:tgtEl>
                                        <p:attrNameLst>
                                          <p:attrName>style.visibility</p:attrName>
                                        </p:attrNameLst>
                                      </p:cBhvr>
                                      <p:to>
                                        <p:strVal val="visible"/>
                                      </p:to>
                                    </p:set>
                                    <p:animEffect transition="in" filter="fade">
                                      <p:cBhvr>
                                        <p:cTn id="121" dur="500"/>
                                        <p:tgtEl>
                                          <p:spTgt spid="110"/>
                                        </p:tgtEl>
                                      </p:cBhvr>
                                    </p:animEffect>
                                  </p:childTnLst>
                                </p:cTn>
                              </p:par>
                              <p:par>
                                <p:cTn id="122" presetID="10" presetClass="entr" presetSubtype="0" fill="hold" nodeType="withEffect">
                                  <p:stCondLst>
                                    <p:cond delay="0"/>
                                  </p:stCondLst>
                                  <p:childTnLst>
                                    <p:set>
                                      <p:cBhvr>
                                        <p:cTn id="123" dur="1" fill="hold">
                                          <p:stCondLst>
                                            <p:cond delay="0"/>
                                          </p:stCondLst>
                                        </p:cTn>
                                        <p:tgtEl>
                                          <p:spTgt spid="111"/>
                                        </p:tgtEl>
                                        <p:attrNameLst>
                                          <p:attrName>style.visibility</p:attrName>
                                        </p:attrNameLst>
                                      </p:cBhvr>
                                      <p:to>
                                        <p:strVal val="visible"/>
                                      </p:to>
                                    </p:set>
                                    <p:animEffect transition="in" filter="fade">
                                      <p:cBhvr>
                                        <p:cTn id="124" dur="500"/>
                                        <p:tgtEl>
                                          <p:spTgt spid="111"/>
                                        </p:tgtEl>
                                      </p:cBhvr>
                                    </p:animEffect>
                                  </p:childTnLst>
                                </p:cTn>
                              </p:par>
                              <p:par>
                                <p:cTn id="125" presetID="10" presetClass="entr" presetSubtype="0" fill="hold" nodeType="withEffect">
                                  <p:stCondLst>
                                    <p:cond delay="0"/>
                                  </p:stCondLst>
                                  <p:childTnLst>
                                    <p:set>
                                      <p:cBhvr>
                                        <p:cTn id="126" dur="1" fill="hold">
                                          <p:stCondLst>
                                            <p:cond delay="0"/>
                                          </p:stCondLst>
                                        </p:cTn>
                                        <p:tgtEl>
                                          <p:spTgt spid="112"/>
                                        </p:tgtEl>
                                        <p:attrNameLst>
                                          <p:attrName>style.visibility</p:attrName>
                                        </p:attrNameLst>
                                      </p:cBhvr>
                                      <p:to>
                                        <p:strVal val="visible"/>
                                      </p:to>
                                    </p:set>
                                    <p:animEffect transition="in" filter="fade">
                                      <p:cBhvr>
                                        <p:cTn id="127" dur="500"/>
                                        <p:tgtEl>
                                          <p:spTgt spid="11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13"/>
                                        </p:tgtEl>
                                        <p:attrNameLst>
                                          <p:attrName>style.visibility</p:attrName>
                                        </p:attrNameLst>
                                      </p:cBhvr>
                                      <p:to>
                                        <p:strVal val="visible"/>
                                      </p:to>
                                    </p:set>
                                    <p:animEffect transition="in" filter="fade">
                                      <p:cBhvr>
                                        <p:cTn id="130" dur="500"/>
                                        <p:tgtEl>
                                          <p:spTgt spid="11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14"/>
                                        </p:tgtEl>
                                        <p:attrNameLst>
                                          <p:attrName>style.visibility</p:attrName>
                                        </p:attrNameLst>
                                      </p:cBhvr>
                                      <p:to>
                                        <p:strVal val="visible"/>
                                      </p:to>
                                    </p:set>
                                    <p:animEffect transition="in" filter="fade">
                                      <p:cBhvr>
                                        <p:cTn id="133" dur="500"/>
                                        <p:tgtEl>
                                          <p:spTgt spid="11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15"/>
                                        </p:tgtEl>
                                        <p:attrNameLst>
                                          <p:attrName>style.visibility</p:attrName>
                                        </p:attrNameLst>
                                      </p:cBhvr>
                                      <p:to>
                                        <p:strVal val="visible"/>
                                      </p:to>
                                    </p:set>
                                    <p:animEffect transition="in" filter="fade">
                                      <p:cBhvr>
                                        <p:cTn id="136" dur="500"/>
                                        <p:tgtEl>
                                          <p:spTgt spid="11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116"/>
                                        </p:tgtEl>
                                        <p:attrNameLst>
                                          <p:attrName>style.visibility</p:attrName>
                                        </p:attrNameLst>
                                      </p:cBhvr>
                                      <p:to>
                                        <p:strVal val="visible"/>
                                      </p:to>
                                    </p:set>
                                    <p:animEffect transition="in" filter="fade">
                                      <p:cBhvr>
                                        <p:cTn id="139" dur="500"/>
                                        <p:tgtEl>
                                          <p:spTgt spid="11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17"/>
                                        </p:tgtEl>
                                        <p:attrNameLst>
                                          <p:attrName>style.visibility</p:attrName>
                                        </p:attrNameLst>
                                      </p:cBhvr>
                                      <p:to>
                                        <p:strVal val="visible"/>
                                      </p:to>
                                    </p:set>
                                    <p:animEffect transition="in" filter="fade">
                                      <p:cBhvr>
                                        <p:cTn id="142" dur="500"/>
                                        <p:tgtEl>
                                          <p:spTgt spid="117"/>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118"/>
                                        </p:tgtEl>
                                        <p:attrNameLst>
                                          <p:attrName>style.visibility</p:attrName>
                                        </p:attrNameLst>
                                      </p:cBhvr>
                                      <p:to>
                                        <p:strVal val="visible"/>
                                      </p:to>
                                    </p:set>
                                    <p:animEffect transition="in" filter="fade">
                                      <p:cBhvr>
                                        <p:cTn id="145" dur="500"/>
                                        <p:tgtEl>
                                          <p:spTgt spid="118"/>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19"/>
                                        </p:tgtEl>
                                        <p:attrNameLst>
                                          <p:attrName>style.visibility</p:attrName>
                                        </p:attrNameLst>
                                      </p:cBhvr>
                                      <p:to>
                                        <p:strVal val="visible"/>
                                      </p:to>
                                    </p:set>
                                    <p:animEffect transition="in" filter="fade">
                                      <p:cBhvr>
                                        <p:cTn id="148" dur="500"/>
                                        <p:tgtEl>
                                          <p:spTgt spid="119"/>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120"/>
                                        </p:tgtEl>
                                        <p:attrNameLst>
                                          <p:attrName>style.visibility</p:attrName>
                                        </p:attrNameLst>
                                      </p:cBhvr>
                                      <p:to>
                                        <p:strVal val="visible"/>
                                      </p:to>
                                    </p:set>
                                    <p:animEffect transition="in" filter="fade">
                                      <p:cBhvr>
                                        <p:cTn id="151" dur="500"/>
                                        <p:tgtEl>
                                          <p:spTgt spid="12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121"/>
                                        </p:tgtEl>
                                        <p:attrNameLst>
                                          <p:attrName>style.visibility</p:attrName>
                                        </p:attrNameLst>
                                      </p:cBhvr>
                                      <p:to>
                                        <p:strVal val="visible"/>
                                      </p:to>
                                    </p:set>
                                    <p:animEffect transition="in" filter="fade">
                                      <p:cBhvr>
                                        <p:cTn id="154" dur="500"/>
                                        <p:tgtEl>
                                          <p:spTgt spid="121"/>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122"/>
                                        </p:tgtEl>
                                        <p:attrNameLst>
                                          <p:attrName>style.visibility</p:attrName>
                                        </p:attrNameLst>
                                      </p:cBhvr>
                                      <p:to>
                                        <p:strVal val="visible"/>
                                      </p:to>
                                    </p:set>
                                    <p:animEffect transition="in" filter="fade">
                                      <p:cBhvr>
                                        <p:cTn id="157" dur="500"/>
                                        <p:tgtEl>
                                          <p:spTgt spid="122"/>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23"/>
                                        </p:tgtEl>
                                        <p:attrNameLst>
                                          <p:attrName>style.visibility</p:attrName>
                                        </p:attrNameLst>
                                      </p:cBhvr>
                                      <p:to>
                                        <p:strVal val="visible"/>
                                      </p:to>
                                    </p:set>
                                    <p:animEffect transition="in" filter="fade">
                                      <p:cBhvr>
                                        <p:cTn id="160" dur="500"/>
                                        <p:tgtEl>
                                          <p:spTgt spid="123"/>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144"/>
                                        </p:tgtEl>
                                        <p:attrNameLst>
                                          <p:attrName>style.visibility</p:attrName>
                                        </p:attrNameLst>
                                      </p:cBhvr>
                                      <p:to>
                                        <p:strVal val="visible"/>
                                      </p:to>
                                    </p:set>
                                    <p:animEffect transition="in" filter="fade">
                                      <p:cBhvr>
                                        <p:cTn id="163" dur="500"/>
                                        <p:tgtEl>
                                          <p:spTgt spid="144"/>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142"/>
                                        </p:tgtEl>
                                        <p:attrNameLst>
                                          <p:attrName>style.visibility</p:attrName>
                                        </p:attrNameLst>
                                      </p:cBhvr>
                                      <p:to>
                                        <p:strVal val="visible"/>
                                      </p:to>
                                    </p:set>
                                    <p:animEffect transition="in" filter="fade">
                                      <p:cBhvr>
                                        <p:cTn id="166" dur="500"/>
                                        <p:tgtEl>
                                          <p:spTgt spid="142"/>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xit" presetSubtype="0" fill="hold" nodeType="clickEffect">
                                  <p:stCondLst>
                                    <p:cond delay="0"/>
                                  </p:stCondLst>
                                  <p:childTnLst>
                                    <p:animEffect transition="out" filter="fade">
                                      <p:cBhvr>
                                        <p:cTn id="170" dur="500"/>
                                        <p:tgtEl>
                                          <p:spTgt spid="107"/>
                                        </p:tgtEl>
                                      </p:cBhvr>
                                    </p:animEffect>
                                    <p:set>
                                      <p:cBhvr>
                                        <p:cTn id="171" dur="1" fill="hold">
                                          <p:stCondLst>
                                            <p:cond delay="499"/>
                                          </p:stCondLst>
                                        </p:cTn>
                                        <p:tgtEl>
                                          <p:spTgt spid="107"/>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500"/>
                                        <p:tgtEl>
                                          <p:spTgt spid="108"/>
                                        </p:tgtEl>
                                      </p:cBhvr>
                                    </p:animEffect>
                                    <p:set>
                                      <p:cBhvr>
                                        <p:cTn id="174" dur="1" fill="hold">
                                          <p:stCondLst>
                                            <p:cond delay="499"/>
                                          </p:stCondLst>
                                        </p:cTn>
                                        <p:tgtEl>
                                          <p:spTgt spid="108"/>
                                        </p:tgtEl>
                                        <p:attrNameLst>
                                          <p:attrName>style.visibility</p:attrName>
                                        </p:attrNameLst>
                                      </p:cBhvr>
                                      <p:to>
                                        <p:strVal val="hidden"/>
                                      </p:to>
                                    </p:set>
                                  </p:childTnLst>
                                </p:cTn>
                              </p:par>
                              <p:par>
                                <p:cTn id="175" presetID="10" presetClass="exit" presetSubtype="0" fill="hold" grpId="1" nodeType="withEffect">
                                  <p:stCondLst>
                                    <p:cond delay="0"/>
                                  </p:stCondLst>
                                  <p:childTnLst>
                                    <p:animEffect transition="out" filter="fade">
                                      <p:cBhvr>
                                        <p:cTn id="176" dur="500"/>
                                        <p:tgtEl>
                                          <p:spTgt spid="121"/>
                                        </p:tgtEl>
                                      </p:cBhvr>
                                    </p:animEffect>
                                    <p:set>
                                      <p:cBhvr>
                                        <p:cTn id="177" dur="1" fill="hold">
                                          <p:stCondLst>
                                            <p:cond delay="499"/>
                                          </p:stCondLst>
                                        </p:cTn>
                                        <p:tgtEl>
                                          <p:spTgt spid="121"/>
                                        </p:tgtEl>
                                        <p:attrNameLst>
                                          <p:attrName>style.visibility</p:attrName>
                                        </p:attrNameLst>
                                      </p:cBhvr>
                                      <p:to>
                                        <p:strVal val="hidden"/>
                                      </p:to>
                                    </p:set>
                                  </p:childTnLst>
                                </p:cTn>
                              </p:par>
                              <p:par>
                                <p:cTn id="178" presetID="10" presetClass="exit" presetSubtype="0" fill="hold" grpId="1" nodeType="withEffect">
                                  <p:stCondLst>
                                    <p:cond delay="0"/>
                                  </p:stCondLst>
                                  <p:childTnLst>
                                    <p:animEffect transition="out" filter="fade">
                                      <p:cBhvr>
                                        <p:cTn id="179" dur="500"/>
                                        <p:tgtEl>
                                          <p:spTgt spid="122"/>
                                        </p:tgtEl>
                                      </p:cBhvr>
                                    </p:animEffect>
                                    <p:set>
                                      <p:cBhvr>
                                        <p:cTn id="180" dur="1" fill="hold">
                                          <p:stCondLst>
                                            <p:cond delay="499"/>
                                          </p:stCondLst>
                                        </p:cTn>
                                        <p:tgtEl>
                                          <p:spTgt spid="122"/>
                                        </p:tgtEl>
                                        <p:attrNameLst>
                                          <p:attrName>style.visibility</p:attrName>
                                        </p:attrNameLst>
                                      </p:cBhvr>
                                      <p:to>
                                        <p:strVal val="hidden"/>
                                      </p:to>
                                    </p:set>
                                  </p:childTnLst>
                                </p:cTn>
                              </p:par>
                              <p:par>
                                <p:cTn id="181" presetID="10" presetClass="exit" presetSubtype="0" fill="hold" grpId="1" nodeType="withEffect">
                                  <p:stCondLst>
                                    <p:cond delay="0"/>
                                  </p:stCondLst>
                                  <p:childTnLst>
                                    <p:animEffect transition="out" filter="fade">
                                      <p:cBhvr>
                                        <p:cTn id="182" dur="500"/>
                                        <p:tgtEl>
                                          <p:spTgt spid="123"/>
                                        </p:tgtEl>
                                      </p:cBhvr>
                                    </p:animEffect>
                                    <p:set>
                                      <p:cBhvr>
                                        <p:cTn id="183" dur="1" fill="hold">
                                          <p:stCondLst>
                                            <p:cond delay="499"/>
                                          </p:stCondLst>
                                        </p:cTn>
                                        <p:tgtEl>
                                          <p:spTgt spid="123"/>
                                        </p:tgtEl>
                                        <p:attrNameLst>
                                          <p:attrName>style.visibility</p:attrName>
                                        </p:attrNameLst>
                                      </p:cBhvr>
                                      <p:to>
                                        <p:strVal val="hidden"/>
                                      </p:to>
                                    </p:se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grpId="0" nodeType="clickEffect">
                                  <p:stCondLst>
                                    <p:cond delay="0"/>
                                  </p:stCondLst>
                                  <p:childTnLst>
                                    <p:set>
                                      <p:cBhvr>
                                        <p:cTn id="187" dur="1" fill="hold">
                                          <p:stCondLst>
                                            <p:cond delay="0"/>
                                          </p:stCondLst>
                                        </p:cTn>
                                        <p:tgtEl>
                                          <p:spTgt spid="138"/>
                                        </p:tgtEl>
                                        <p:attrNameLst>
                                          <p:attrName>style.visibility</p:attrName>
                                        </p:attrNameLst>
                                      </p:cBhvr>
                                      <p:to>
                                        <p:strVal val="visible"/>
                                      </p:to>
                                    </p:set>
                                    <p:animEffect transition="in" filter="fade">
                                      <p:cBhvr>
                                        <p:cTn id="188"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1" grpId="1" animBg="1"/>
      <p:bldP spid="98" grpId="0" animBg="1"/>
      <p:bldP spid="18" grpId="0" animBg="1"/>
      <p:bldP spid="25" grpId="0" animBg="1"/>
      <p:bldP spid="41" grpId="0"/>
      <p:bldP spid="42" grpId="0" animBg="1"/>
      <p:bldP spid="81" grpId="0" animBg="1"/>
      <p:bldP spid="82" grpId="0"/>
      <p:bldP spid="83" grpId="0" animBg="1"/>
      <p:bldP spid="84" grpId="0"/>
      <p:bldP spid="89" grpId="0" animBg="1"/>
      <p:bldP spid="90" grpId="0" animBg="1"/>
      <p:bldP spid="91" grpId="0" animBg="1"/>
      <p:bldP spid="92" grpId="0" animBg="1"/>
      <p:bldP spid="93" grpId="0"/>
      <p:bldP spid="94" grpId="0"/>
      <p:bldP spid="95" grpId="0" animBg="1"/>
      <p:bldP spid="96" grpId="0"/>
      <p:bldP spid="97" grpId="0" animBg="1"/>
      <p:bldP spid="99" grpId="0" animBg="1"/>
      <p:bldP spid="100" grpId="0" animBg="1"/>
      <p:bldP spid="113" grpId="0" animBg="1"/>
      <p:bldP spid="114" grpId="0" animBg="1"/>
      <p:bldP spid="115" grpId="0" animBg="1"/>
      <p:bldP spid="116" grpId="0" animBg="1"/>
      <p:bldP spid="117" grpId="0"/>
      <p:bldP spid="118" grpId="0"/>
      <p:bldP spid="119" grpId="0" animBg="1"/>
      <p:bldP spid="120" grpId="0"/>
      <p:bldP spid="122" grpId="0" animBg="1"/>
      <p:bldP spid="122" grpId="1" animBg="1"/>
      <p:bldP spid="123" grpId="0" animBg="1"/>
      <p:bldP spid="123" grpId="1" animBg="1"/>
      <p:bldP spid="138" grpId="0" animBg="1"/>
      <p:bldP spid="141" grpId="0" animBg="1"/>
      <p:bldP spid="142" grpId="0" animBg="1"/>
      <p:bldP spid="143" grpId="0" animBg="1"/>
      <p:bldP spid="14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5C04EA88-A3AE-E1E9-899E-5BBC40D30024}"/>
                  </a:ext>
                </a:extLst>
              </p:cNvPr>
              <p:cNvSpPr/>
              <p:nvPr/>
            </p:nvSpPr>
            <p:spPr>
              <a:xfrm>
                <a:off x="3241817" y="3225637"/>
                <a:ext cx="631372" cy="485689"/>
              </a:xfrm>
              <a:prstGeom prst="triangle">
                <a:avLst/>
              </a:prstGeom>
              <a:ln>
                <a:prstDash val="dash"/>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𝑦</m:t>
                      </m:r>
                    </m:oMath>
                  </m:oMathPara>
                </a14:m>
                <a:endParaRPr lang="en-US" sz="1800" dirty="0">
                  <a:solidFill>
                    <a:schemeClr val="bg1"/>
                  </a:solidFill>
                </a:endParaRPr>
              </a:p>
            </p:txBody>
          </p:sp>
        </mc:Choice>
        <mc:Fallback xmlns="">
          <p:sp>
            <p:nvSpPr>
              <p:cNvPr id="32" name="Isosceles Triangle 31">
                <a:extLst>
                  <a:ext uri="{FF2B5EF4-FFF2-40B4-BE49-F238E27FC236}">
                    <a16:creationId xmlns:a16="http://schemas.microsoft.com/office/drawing/2014/main" id="{5C04EA88-A3AE-E1E9-899E-5BBC40D30024}"/>
                  </a:ext>
                </a:extLst>
              </p:cNvPr>
              <p:cNvSpPr>
                <a:spLocks noRot="1" noChangeAspect="1" noMove="1" noResize="1" noEditPoints="1" noAdjustHandles="1" noChangeArrowheads="1" noChangeShapeType="1" noTextEdit="1"/>
              </p:cNvSpPr>
              <p:nvPr/>
            </p:nvSpPr>
            <p:spPr>
              <a:xfrm>
                <a:off x="3241817" y="3225637"/>
                <a:ext cx="631372" cy="485689"/>
              </a:xfrm>
              <a:prstGeom prst="triangle">
                <a:avLst/>
              </a:prstGeom>
              <a:blipFill>
                <a:blip r:embed="rId2"/>
                <a:stretch>
                  <a:fillRect b="-18072"/>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Isosceles Triangle 14">
                <a:extLst>
                  <a:ext uri="{FF2B5EF4-FFF2-40B4-BE49-F238E27FC236}">
                    <a16:creationId xmlns:a16="http://schemas.microsoft.com/office/drawing/2014/main" id="{DBAD3C37-B6A0-409E-026F-3E294E3F0F79}"/>
                  </a:ext>
                </a:extLst>
              </p:cNvPr>
              <p:cNvSpPr/>
              <p:nvPr/>
            </p:nvSpPr>
            <p:spPr>
              <a:xfrm>
                <a:off x="1046207" y="3225637"/>
                <a:ext cx="631372" cy="485689"/>
              </a:xfrm>
              <a:prstGeom prst="triangle">
                <a:avLst/>
              </a:prstGeom>
              <a:ln>
                <a:prstDash val="dash"/>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𝑦</m:t>
                      </m:r>
                    </m:oMath>
                  </m:oMathPara>
                </a14:m>
                <a:endParaRPr lang="en-US" sz="1800" dirty="0">
                  <a:solidFill>
                    <a:schemeClr val="bg1"/>
                  </a:solidFill>
                </a:endParaRPr>
              </a:p>
            </p:txBody>
          </p:sp>
        </mc:Choice>
        <mc:Fallback xmlns="">
          <p:sp>
            <p:nvSpPr>
              <p:cNvPr id="15" name="Isosceles Triangle 14">
                <a:extLst>
                  <a:ext uri="{FF2B5EF4-FFF2-40B4-BE49-F238E27FC236}">
                    <a16:creationId xmlns:a16="http://schemas.microsoft.com/office/drawing/2014/main" id="{DBAD3C37-B6A0-409E-026F-3E294E3F0F79}"/>
                  </a:ext>
                </a:extLst>
              </p:cNvPr>
              <p:cNvSpPr>
                <a:spLocks noRot="1" noChangeAspect="1" noMove="1" noResize="1" noEditPoints="1" noAdjustHandles="1" noChangeArrowheads="1" noChangeShapeType="1" noTextEdit="1"/>
              </p:cNvSpPr>
              <p:nvPr/>
            </p:nvSpPr>
            <p:spPr>
              <a:xfrm>
                <a:off x="1046207" y="3225637"/>
                <a:ext cx="631372" cy="485689"/>
              </a:xfrm>
              <a:prstGeom prst="triangle">
                <a:avLst/>
              </a:prstGeom>
              <a:blipFill>
                <a:blip r:embed="rId3"/>
                <a:stretch>
                  <a:fillRect b="-18072"/>
                </a:stretch>
              </a:blipFill>
              <a:ln>
                <a:prstDash val="dash"/>
              </a:ln>
            </p:spPr>
            <p:txBody>
              <a:bodyPr/>
              <a:lstStyle/>
              <a:p>
                <a:r>
                  <a:rPr lang="en-US">
                    <a:noFill/>
                  </a:rPr>
                  <a:t> </a:t>
                </a:r>
              </a:p>
            </p:txBody>
          </p:sp>
        </mc:Fallback>
      </mc:AlternateContent>
      <p:sp>
        <p:nvSpPr>
          <p:cNvPr id="2" name="Title 1">
            <a:extLst>
              <a:ext uri="{FF2B5EF4-FFF2-40B4-BE49-F238E27FC236}">
                <a16:creationId xmlns:a16="http://schemas.microsoft.com/office/drawing/2014/main" id="{203A7C56-F558-86CF-32A1-8402B33EA999}"/>
              </a:ext>
            </a:extLst>
          </p:cNvPr>
          <p:cNvSpPr>
            <a:spLocks noGrp="1"/>
          </p:cNvSpPr>
          <p:nvPr>
            <p:ph type="title"/>
          </p:nvPr>
        </p:nvSpPr>
        <p:spPr/>
        <p:txBody>
          <a:bodyPr>
            <a:normAutofit/>
          </a:bodyPr>
          <a:lstStyle/>
          <a:p>
            <a:r>
              <a:rPr lang="en-US" dirty="0"/>
              <a:t>When one Rotation Right does not solve the problem</a:t>
            </a:r>
          </a:p>
        </p:txBody>
      </p:sp>
      <p:sp>
        <p:nvSpPr>
          <p:cNvPr id="3" name="Content Placeholder 2">
            <a:extLst>
              <a:ext uri="{FF2B5EF4-FFF2-40B4-BE49-F238E27FC236}">
                <a16:creationId xmlns:a16="http://schemas.microsoft.com/office/drawing/2014/main" id="{C372CDA9-4406-5D8C-42C3-B3523721BF6C}"/>
              </a:ext>
            </a:extLst>
          </p:cNvPr>
          <p:cNvSpPr>
            <a:spLocks noGrp="1"/>
          </p:cNvSpPr>
          <p:nvPr>
            <p:ph idx="1"/>
          </p:nvPr>
        </p:nvSpPr>
        <p:spPr>
          <a:xfrm>
            <a:off x="5978434" y="1358781"/>
            <a:ext cx="5375366" cy="3481668"/>
          </a:xfrm>
        </p:spPr>
        <p:txBody>
          <a:bodyPr>
            <a:normAutofit fontScale="62500" lnSpcReduction="20000"/>
          </a:bodyPr>
          <a:lstStyle/>
          <a:p>
            <a:r>
              <a:rPr lang="en-US" dirty="0">
                <a:solidFill>
                  <a:schemeClr val="accent5"/>
                </a:solidFill>
              </a:rPr>
              <a:t>Rotate Right </a:t>
            </a:r>
            <a:r>
              <a:rPr lang="en-US" dirty="0"/>
              <a:t>move the left subtree of the left child up</a:t>
            </a:r>
          </a:p>
          <a:p>
            <a:r>
              <a:rPr lang="en-US" dirty="0"/>
              <a:t>This does not help when the cause of left heavy is NOT the left subtree of the left child but rather the right subtree</a:t>
            </a:r>
          </a:p>
          <a:p>
            <a:pPr lvl="1"/>
            <a:r>
              <a:rPr lang="en-US" dirty="0"/>
              <a:t>When the balance value of the left child is not of the same sign as the balance value of the root</a:t>
            </a:r>
          </a:p>
          <a:p>
            <a:r>
              <a:rPr lang="en-US" dirty="0"/>
              <a:t>Fix by first make the left subtree heavy, using rotate left at the left subtree and then do the rotate right at the root</a:t>
            </a:r>
          </a:p>
        </p:txBody>
      </p:sp>
      <p:cxnSp>
        <p:nvCxnSpPr>
          <p:cNvPr id="4" name="Straight Connector 3">
            <a:extLst>
              <a:ext uri="{FF2B5EF4-FFF2-40B4-BE49-F238E27FC236}">
                <a16:creationId xmlns:a16="http://schemas.microsoft.com/office/drawing/2014/main" id="{B93EB046-F0C9-DDEF-0F6F-D02C71B52AFC}"/>
              </a:ext>
            </a:extLst>
          </p:cNvPr>
          <p:cNvCxnSpPr>
            <a:cxnSpLocks/>
            <a:stCxn id="14" idx="0"/>
            <a:endCxn id="9" idx="1"/>
          </p:cNvCxnSpPr>
          <p:nvPr/>
        </p:nvCxnSpPr>
        <p:spPr>
          <a:xfrm flipV="1">
            <a:off x="730521" y="2727923"/>
            <a:ext cx="235365" cy="489048"/>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1E514F4-8D9B-6477-5B0A-7F6493088E45}"/>
              </a:ext>
            </a:extLst>
          </p:cNvPr>
          <p:cNvCxnSpPr>
            <a:cxnSpLocks/>
            <a:stCxn id="16" idx="0"/>
            <a:endCxn id="8" idx="1"/>
          </p:cNvCxnSpPr>
          <p:nvPr/>
        </p:nvCxnSpPr>
        <p:spPr>
          <a:xfrm flipH="1" flipV="1">
            <a:off x="1374447" y="2133846"/>
            <a:ext cx="412190" cy="395700"/>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EBE5189-FE78-8668-5E79-5358C4C1BD1F}"/>
              </a:ext>
            </a:extLst>
          </p:cNvPr>
          <p:cNvCxnSpPr>
            <a:cxnSpLocks/>
            <a:stCxn id="12" idx="1"/>
            <a:endCxn id="9" idx="1"/>
          </p:cNvCxnSpPr>
          <p:nvPr/>
        </p:nvCxnSpPr>
        <p:spPr>
          <a:xfrm flipH="1" flipV="1">
            <a:off x="965886" y="2727923"/>
            <a:ext cx="477464" cy="67715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DE845FC-7759-D815-8326-11AD9A78ED3D}"/>
              </a:ext>
            </a:extLst>
          </p:cNvPr>
          <p:cNvCxnSpPr>
            <a:cxnSpLocks/>
            <a:stCxn id="9" idx="1"/>
            <a:endCxn id="8" idx="1"/>
          </p:cNvCxnSpPr>
          <p:nvPr/>
        </p:nvCxnSpPr>
        <p:spPr>
          <a:xfrm flipV="1">
            <a:off x="965886" y="2133846"/>
            <a:ext cx="408561" cy="59407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Arc 7">
            <a:extLst>
              <a:ext uri="{FF2B5EF4-FFF2-40B4-BE49-F238E27FC236}">
                <a16:creationId xmlns:a16="http://schemas.microsoft.com/office/drawing/2014/main" id="{0E41BDB4-0F95-3BCB-BE60-5F5DCF216E1C}"/>
              </a:ext>
            </a:extLst>
          </p:cNvPr>
          <p:cNvSpPr/>
          <p:nvPr/>
        </p:nvSpPr>
        <p:spPr>
          <a:xfrm>
            <a:off x="1182979" y="194237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9" name="Arc 8">
            <a:extLst>
              <a:ext uri="{FF2B5EF4-FFF2-40B4-BE49-F238E27FC236}">
                <a16:creationId xmlns:a16="http://schemas.microsoft.com/office/drawing/2014/main" id="{828F89BD-79F0-62AA-5301-54C56A20DAA7}"/>
              </a:ext>
            </a:extLst>
          </p:cNvPr>
          <p:cNvSpPr/>
          <p:nvPr/>
        </p:nvSpPr>
        <p:spPr>
          <a:xfrm>
            <a:off x="774418" y="253645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10" name="TextBox 9">
            <a:extLst>
              <a:ext uri="{FF2B5EF4-FFF2-40B4-BE49-F238E27FC236}">
                <a16:creationId xmlns:a16="http://schemas.microsoft.com/office/drawing/2014/main" id="{44AAEFAC-3E4A-1B17-3BFE-389BFFE38B5F}"/>
              </a:ext>
            </a:extLst>
          </p:cNvPr>
          <p:cNvSpPr txBox="1"/>
          <p:nvPr/>
        </p:nvSpPr>
        <p:spPr>
          <a:xfrm>
            <a:off x="1121306" y="1624333"/>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11" name="TextBox 10">
            <a:extLst>
              <a:ext uri="{FF2B5EF4-FFF2-40B4-BE49-F238E27FC236}">
                <a16:creationId xmlns:a16="http://schemas.microsoft.com/office/drawing/2014/main" id="{71F9F388-DFAC-AA59-874A-ADCFC58596B9}"/>
              </a:ext>
            </a:extLst>
          </p:cNvPr>
          <p:cNvSpPr txBox="1"/>
          <p:nvPr/>
        </p:nvSpPr>
        <p:spPr>
          <a:xfrm>
            <a:off x="543513" y="2373666"/>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2" name="Arc 11">
            <a:extLst>
              <a:ext uri="{FF2B5EF4-FFF2-40B4-BE49-F238E27FC236}">
                <a16:creationId xmlns:a16="http://schemas.microsoft.com/office/drawing/2014/main" id="{22D2C61A-6ACE-485A-5349-AB7413F50942}"/>
              </a:ext>
            </a:extLst>
          </p:cNvPr>
          <p:cNvSpPr/>
          <p:nvPr/>
        </p:nvSpPr>
        <p:spPr>
          <a:xfrm>
            <a:off x="1251882" y="3213612"/>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3</a:t>
            </a:r>
            <a:endParaRPr lang="th-TH" sz="2000" dirty="0">
              <a:solidFill>
                <a:sysClr val="windowText" lastClr="000000"/>
              </a:solidFill>
            </a:endParaRPr>
          </a:p>
        </p:txBody>
      </p:sp>
      <p:sp>
        <p:nvSpPr>
          <p:cNvPr id="13" name="TextBox 12">
            <a:extLst>
              <a:ext uri="{FF2B5EF4-FFF2-40B4-BE49-F238E27FC236}">
                <a16:creationId xmlns:a16="http://schemas.microsoft.com/office/drawing/2014/main" id="{DF354997-0707-D244-20D1-08A9CD735A43}"/>
              </a:ext>
            </a:extLst>
          </p:cNvPr>
          <p:cNvSpPr txBox="1"/>
          <p:nvPr/>
        </p:nvSpPr>
        <p:spPr>
          <a:xfrm>
            <a:off x="1593387" y="3058193"/>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mc:AlternateContent xmlns:mc="http://schemas.openxmlformats.org/markup-compatibility/2006" xmlns:a14="http://schemas.microsoft.com/office/drawing/2010/main">
        <mc:Choice Requires="a14">
          <p:sp>
            <p:nvSpPr>
              <p:cNvPr id="14" name="Isosceles Triangle 13">
                <a:extLst>
                  <a:ext uri="{FF2B5EF4-FFF2-40B4-BE49-F238E27FC236}">
                    <a16:creationId xmlns:a16="http://schemas.microsoft.com/office/drawing/2014/main" id="{1B937244-CC26-0C39-9464-F8D2024C4687}"/>
                  </a:ext>
                </a:extLst>
              </p:cNvPr>
              <p:cNvSpPr/>
              <p:nvPr/>
            </p:nvSpPr>
            <p:spPr>
              <a:xfrm>
                <a:off x="414835" y="3216971"/>
                <a:ext cx="631372" cy="485689"/>
              </a:xfrm>
              <a:prstGeom prst="triangle">
                <a:avLst/>
              </a:prstGeom>
              <a:ln>
                <a:prstDash val="dash"/>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𝑥</m:t>
                      </m:r>
                    </m:oMath>
                  </m:oMathPara>
                </a14:m>
                <a:endParaRPr lang="en-US" sz="1800" dirty="0">
                  <a:solidFill>
                    <a:schemeClr val="bg1"/>
                  </a:solidFill>
                </a:endParaRPr>
              </a:p>
            </p:txBody>
          </p:sp>
        </mc:Choice>
        <mc:Fallback xmlns="">
          <p:sp>
            <p:nvSpPr>
              <p:cNvPr id="14" name="Isosceles Triangle 13">
                <a:extLst>
                  <a:ext uri="{FF2B5EF4-FFF2-40B4-BE49-F238E27FC236}">
                    <a16:creationId xmlns:a16="http://schemas.microsoft.com/office/drawing/2014/main" id="{1B937244-CC26-0C39-9464-F8D2024C4687}"/>
                  </a:ext>
                </a:extLst>
              </p:cNvPr>
              <p:cNvSpPr>
                <a:spLocks noRot="1" noChangeAspect="1" noMove="1" noResize="1" noEditPoints="1" noAdjustHandles="1" noChangeArrowheads="1" noChangeShapeType="1" noTextEdit="1"/>
              </p:cNvSpPr>
              <p:nvPr/>
            </p:nvSpPr>
            <p:spPr>
              <a:xfrm>
                <a:off x="414835" y="3216971"/>
                <a:ext cx="631372" cy="485689"/>
              </a:xfrm>
              <a:prstGeom prst="triangle">
                <a:avLst/>
              </a:prstGeom>
              <a:blipFill>
                <a:blip r:embed="rId4"/>
                <a:stretch>
                  <a:fillRect b="-4878"/>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Isosceles Triangle 15">
                <a:extLst>
                  <a:ext uri="{FF2B5EF4-FFF2-40B4-BE49-F238E27FC236}">
                    <a16:creationId xmlns:a16="http://schemas.microsoft.com/office/drawing/2014/main" id="{8416CC28-32A6-0BC7-85FA-534528E9DD00}"/>
                  </a:ext>
                </a:extLst>
              </p:cNvPr>
              <p:cNvSpPr/>
              <p:nvPr/>
            </p:nvSpPr>
            <p:spPr>
              <a:xfrm>
                <a:off x="1470951" y="2529546"/>
                <a:ext cx="631372" cy="485689"/>
              </a:xfrm>
              <a:prstGeom prst="triangle">
                <a:avLst/>
              </a:prstGeom>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𝑧</m:t>
                      </m:r>
                    </m:oMath>
                  </m:oMathPara>
                </a14:m>
                <a:endParaRPr lang="en-US" sz="1800" dirty="0">
                  <a:solidFill>
                    <a:schemeClr val="bg1"/>
                  </a:solidFill>
                </a:endParaRPr>
              </a:p>
            </p:txBody>
          </p:sp>
        </mc:Choice>
        <mc:Fallback xmlns="">
          <p:sp>
            <p:nvSpPr>
              <p:cNvPr id="16" name="Isosceles Triangle 15">
                <a:extLst>
                  <a:ext uri="{FF2B5EF4-FFF2-40B4-BE49-F238E27FC236}">
                    <a16:creationId xmlns:a16="http://schemas.microsoft.com/office/drawing/2014/main" id="{8416CC28-32A6-0BC7-85FA-534528E9DD00}"/>
                  </a:ext>
                </a:extLst>
              </p:cNvPr>
              <p:cNvSpPr>
                <a:spLocks noRot="1" noChangeAspect="1" noMove="1" noResize="1" noEditPoints="1" noAdjustHandles="1" noChangeArrowheads="1" noChangeShapeType="1" noTextEdit="1"/>
              </p:cNvSpPr>
              <p:nvPr/>
            </p:nvSpPr>
            <p:spPr>
              <a:xfrm>
                <a:off x="1470951" y="2529546"/>
                <a:ext cx="631372" cy="485689"/>
              </a:xfrm>
              <a:prstGeom prst="triangle">
                <a:avLst/>
              </a:prstGeom>
              <a:blipFill>
                <a:blip r:embed="rId5"/>
                <a:stretch>
                  <a:fillRect b="-3614"/>
                </a:stretch>
              </a:blipFill>
              <a:ln>
                <a:prstDash val="dash"/>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38692FAE-B83F-7D00-6736-B13B2406EAE7}"/>
              </a:ext>
            </a:extLst>
          </p:cNvPr>
          <p:cNvCxnSpPr>
            <a:cxnSpLocks/>
            <a:stCxn id="31" idx="0"/>
            <a:endCxn id="26" idx="1"/>
          </p:cNvCxnSpPr>
          <p:nvPr/>
        </p:nvCxnSpPr>
        <p:spPr>
          <a:xfrm flipV="1">
            <a:off x="3294256" y="2124604"/>
            <a:ext cx="235365" cy="411203"/>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9B371A-0B2F-F604-ED58-7AB4F33BD994}"/>
              </a:ext>
            </a:extLst>
          </p:cNvPr>
          <p:cNvCxnSpPr>
            <a:cxnSpLocks/>
            <a:stCxn id="33" idx="0"/>
            <a:endCxn id="25" idx="1"/>
          </p:cNvCxnSpPr>
          <p:nvPr/>
        </p:nvCxnSpPr>
        <p:spPr>
          <a:xfrm flipH="1" flipV="1">
            <a:off x="3938182" y="2720378"/>
            <a:ext cx="412190" cy="513925"/>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C40AF88-3964-5417-003F-8AF67B6C2126}"/>
              </a:ext>
            </a:extLst>
          </p:cNvPr>
          <p:cNvCxnSpPr>
            <a:cxnSpLocks/>
            <a:stCxn id="29" idx="1"/>
            <a:endCxn id="25" idx="1"/>
          </p:cNvCxnSpPr>
          <p:nvPr/>
        </p:nvCxnSpPr>
        <p:spPr>
          <a:xfrm flipV="1">
            <a:off x="3476947" y="2720378"/>
            <a:ext cx="461235" cy="68470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E98C594-CE89-86CD-3531-CB6C8BFCEBE1}"/>
              </a:ext>
            </a:extLst>
          </p:cNvPr>
          <p:cNvCxnSpPr>
            <a:cxnSpLocks/>
            <a:stCxn id="26" idx="1"/>
            <a:endCxn id="25" idx="1"/>
          </p:cNvCxnSpPr>
          <p:nvPr/>
        </p:nvCxnSpPr>
        <p:spPr>
          <a:xfrm>
            <a:off x="3529621" y="2124604"/>
            <a:ext cx="408561" cy="5957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C20576FE-EEE6-0AAE-66D2-C3631F5873D1}"/>
              </a:ext>
            </a:extLst>
          </p:cNvPr>
          <p:cNvSpPr/>
          <p:nvPr/>
        </p:nvSpPr>
        <p:spPr>
          <a:xfrm>
            <a:off x="3746714" y="252891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26" name="Arc 25">
            <a:extLst>
              <a:ext uri="{FF2B5EF4-FFF2-40B4-BE49-F238E27FC236}">
                <a16:creationId xmlns:a16="http://schemas.microsoft.com/office/drawing/2014/main" id="{E2C88293-1854-03AE-1EA2-A5F0D5BD5C4C}"/>
              </a:ext>
            </a:extLst>
          </p:cNvPr>
          <p:cNvSpPr/>
          <p:nvPr/>
        </p:nvSpPr>
        <p:spPr>
          <a:xfrm>
            <a:off x="3338153" y="193313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27" name="TextBox 26">
            <a:extLst>
              <a:ext uri="{FF2B5EF4-FFF2-40B4-BE49-F238E27FC236}">
                <a16:creationId xmlns:a16="http://schemas.microsoft.com/office/drawing/2014/main" id="{777151D6-19B5-1D49-E996-37369624564D}"/>
              </a:ext>
            </a:extLst>
          </p:cNvPr>
          <p:cNvSpPr txBox="1"/>
          <p:nvPr/>
        </p:nvSpPr>
        <p:spPr>
          <a:xfrm>
            <a:off x="3685041" y="1624333"/>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28" name="TextBox 27">
            <a:extLst>
              <a:ext uri="{FF2B5EF4-FFF2-40B4-BE49-F238E27FC236}">
                <a16:creationId xmlns:a16="http://schemas.microsoft.com/office/drawing/2014/main" id="{F56CA871-822F-6286-B0A4-8B0E88E393DB}"/>
              </a:ext>
            </a:extLst>
          </p:cNvPr>
          <p:cNvSpPr txBox="1"/>
          <p:nvPr/>
        </p:nvSpPr>
        <p:spPr>
          <a:xfrm>
            <a:off x="4091598" y="2381918"/>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29" name="Arc 28">
            <a:extLst>
              <a:ext uri="{FF2B5EF4-FFF2-40B4-BE49-F238E27FC236}">
                <a16:creationId xmlns:a16="http://schemas.microsoft.com/office/drawing/2014/main" id="{67A0AB5A-3493-527E-5AE8-9F03A76528E7}"/>
              </a:ext>
            </a:extLst>
          </p:cNvPr>
          <p:cNvSpPr/>
          <p:nvPr/>
        </p:nvSpPr>
        <p:spPr>
          <a:xfrm>
            <a:off x="3285479" y="3213612"/>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3</a:t>
            </a:r>
            <a:endParaRPr lang="th-TH" sz="2000" dirty="0">
              <a:solidFill>
                <a:sysClr val="windowText" lastClr="000000"/>
              </a:solidFill>
            </a:endParaRPr>
          </a:p>
        </p:txBody>
      </p:sp>
      <p:sp>
        <p:nvSpPr>
          <p:cNvPr id="30" name="TextBox 29">
            <a:extLst>
              <a:ext uri="{FF2B5EF4-FFF2-40B4-BE49-F238E27FC236}">
                <a16:creationId xmlns:a16="http://schemas.microsoft.com/office/drawing/2014/main" id="{C41385F9-3247-6C2D-1697-A3ABA52185B4}"/>
              </a:ext>
            </a:extLst>
          </p:cNvPr>
          <p:cNvSpPr txBox="1"/>
          <p:nvPr/>
        </p:nvSpPr>
        <p:spPr>
          <a:xfrm>
            <a:off x="3103404" y="3053711"/>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24863275-F412-542D-8121-CDEC538464A2}"/>
                  </a:ext>
                </a:extLst>
              </p:cNvPr>
              <p:cNvSpPr/>
              <p:nvPr/>
            </p:nvSpPr>
            <p:spPr>
              <a:xfrm>
                <a:off x="2978570" y="2535807"/>
                <a:ext cx="631372" cy="485689"/>
              </a:xfrm>
              <a:prstGeom prst="triangle">
                <a:avLst/>
              </a:prstGeom>
              <a:ln>
                <a:prstDash val="dash"/>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𝑥</m:t>
                      </m:r>
                    </m:oMath>
                  </m:oMathPara>
                </a14:m>
                <a:endParaRPr lang="en-US" sz="1800" dirty="0">
                  <a:solidFill>
                    <a:schemeClr val="bg1"/>
                  </a:solidFill>
                </a:endParaRPr>
              </a:p>
            </p:txBody>
          </p:sp>
        </mc:Choice>
        <mc:Fallback xmlns="">
          <p:sp>
            <p:nvSpPr>
              <p:cNvPr id="31" name="Isosceles Triangle 30">
                <a:extLst>
                  <a:ext uri="{FF2B5EF4-FFF2-40B4-BE49-F238E27FC236}">
                    <a16:creationId xmlns:a16="http://schemas.microsoft.com/office/drawing/2014/main" id="{24863275-F412-542D-8121-CDEC538464A2}"/>
                  </a:ext>
                </a:extLst>
              </p:cNvPr>
              <p:cNvSpPr>
                <a:spLocks noRot="1" noChangeAspect="1" noMove="1" noResize="1" noEditPoints="1" noAdjustHandles="1" noChangeArrowheads="1" noChangeShapeType="1" noTextEdit="1"/>
              </p:cNvSpPr>
              <p:nvPr/>
            </p:nvSpPr>
            <p:spPr>
              <a:xfrm>
                <a:off x="2978570" y="2535807"/>
                <a:ext cx="631372" cy="485689"/>
              </a:xfrm>
              <a:prstGeom prst="triangle">
                <a:avLst/>
              </a:prstGeom>
              <a:blipFill>
                <a:blip r:embed="rId6"/>
                <a:stretch>
                  <a:fillRect b="-3614"/>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Isosceles Triangle 32">
                <a:extLst>
                  <a:ext uri="{FF2B5EF4-FFF2-40B4-BE49-F238E27FC236}">
                    <a16:creationId xmlns:a16="http://schemas.microsoft.com/office/drawing/2014/main" id="{B4A5CBF7-4FFD-A1BC-704F-16FC7B93EB92}"/>
                  </a:ext>
                </a:extLst>
              </p:cNvPr>
              <p:cNvSpPr/>
              <p:nvPr/>
            </p:nvSpPr>
            <p:spPr>
              <a:xfrm>
                <a:off x="4034686" y="3234303"/>
                <a:ext cx="631372" cy="485689"/>
              </a:xfrm>
              <a:prstGeom prst="triangle">
                <a:avLst/>
              </a:prstGeom>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𝑧</m:t>
                      </m:r>
                    </m:oMath>
                  </m:oMathPara>
                </a14:m>
                <a:endParaRPr lang="en-US" sz="1800" dirty="0">
                  <a:solidFill>
                    <a:schemeClr val="bg1"/>
                  </a:solidFill>
                </a:endParaRPr>
              </a:p>
            </p:txBody>
          </p:sp>
        </mc:Choice>
        <mc:Fallback xmlns="">
          <p:sp>
            <p:nvSpPr>
              <p:cNvPr id="33" name="Isosceles Triangle 32">
                <a:extLst>
                  <a:ext uri="{FF2B5EF4-FFF2-40B4-BE49-F238E27FC236}">
                    <a16:creationId xmlns:a16="http://schemas.microsoft.com/office/drawing/2014/main" id="{B4A5CBF7-4FFD-A1BC-704F-16FC7B93EB92}"/>
                  </a:ext>
                </a:extLst>
              </p:cNvPr>
              <p:cNvSpPr>
                <a:spLocks noRot="1" noChangeAspect="1" noMove="1" noResize="1" noEditPoints="1" noAdjustHandles="1" noChangeArrowheads="1" noChangeShapeType="1" noTextEdit="1"/>
              </p:cNvSpPr>
              <p:nvPr/>
            </p:nvSpPr>
            <p:spPr>
              <a:xfrm>
                <a:off x="4034686" y="3234303"/>
                <a:ext cx="631372" cy="485689"/>
              </a:xfrm>
              <a:prstGeom prst="triangle">
                <a:avLst/>
              </a:prstGeom>
              <a:blipFill>
                <a:blip r:embed="rId7"/>
                <a:stretch>
                  <a:fillRect b="-4878"/>
                </a:stretch>
              </a:blipFill>
              <a:ln>
                <a:prstDash val="dash"/>
              </a:ln>
            </p:spPr>
            <p:txBody>
              <a:bodyPr/>
              <a:lstStyle/>
              <a:p>
                <a:r>
                  <a:rPr lang="en-US">
                    <a:noFill/>
                  </a:rPr>
                  <a:t> </a:t>
                </a:r>
              </a:p>
            </p:txBody>
          </p:sp>
        </mc:Fallback>
      </mc:AlternateContent>
      <p:sp>
        <p:nvSpPr>
          <p:cNvPr id="44" name="Speech Bubble: Rectangle with Corners Rounded 43">
            <a:extLst>
              <a:ext uri="{FF2B5EF4-FFF2-40B4-BE49-F238E27FC236}">
                <a16:creationId xmlns:a16="http://schemas.microsoft.com/office/drawing/2014/main" id="{2F377E86-476D-9AD8-8AFB-11D7A388A179}"/>
              </a:ext>
            </a:extLst>
          </p:cNvPr>
          <p:cNvSpPr/>
          <p:nvPr/>
        </p:nvSpPr>
        <p:spPr>
          <a:xfrm>
            <a:off x="1361893" y="3786837"/>
            <a:ext cx="1712014" cy="640002"/>
          </a:xfrm>
          <a:prstGeom prst="wedgeRoundRectCallout">
            <a:avLst>
              <a:gd name="adj1" fmla="val 44054"/>
              <a:gd name="adj2" fmla="val -10534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dirty="0"/>
              <a:t>The node 3, the cause of imbalance, is still at the same depth</a:t>
            </a:r>
          </a:p>
        </p:txBody>
      </p:sp>
      <p:cxnSp>
        <p:nvCxnSpPr>
          <p:cNvPr id="19" name="Straight Connector 18">
            <a:extLst>
              <a:ext uri="{FF2B5EF4-FFF2-40B4-BE49-F238E27FC236}">
                <a16:creationId xmlns:a16="http://schemas.microsoft.com/office/drawing/2014/main" id="{85E5CDA9-F2D6-FAC3-28F2-D7C118EE8EB0}"/>
              </a:ext>
            </a:extLst>
          </p:cNvPr>
          <p:cNvCxnSpPr>
            <a:cxnSpLocks/>
            <a:stCxn id="38" idx="1"/>
            <a:endCxn id="35" idx="1"/>
          </p:cNvCxnSpPr>
          <p:nvPr/>
        </p:nvCxnSpPr>
        <p:spPr>
          <a:xfrm flipH="1" flipV="1">
            <a:off x="662353" y="5696552"/>
            <a:ext cx="477464" cy="67715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9F12A0-CA78-D96C-B13F-0E8C81BD32B8}"/>
              </a:ext>
            </a:extLst>
          </p:cNvPr>
          <p:cNvCxnSpPr>
            <a:cxnSpLocks/>
            <a:stCxn id="35" idx="1"/>
            <a:endCxn id="34" idx="1"/>
          </p:cNvCxnSpPr>
          <p:nvPr/>
        </p:nvCxnSpPr>
        <p:spPr>
          <a:xfrm flipV="1">
            <a:off x="662353" y="5102475"/>
            <a:ext cx="408561" cy="59407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4" name="Arc 33">
            <a:extLst>
              <a:ext uri="{FF2B5EF4-FFF2-40B4-BE49-F238E27FC236}">
                <a16:creationId xmlns:a16="http://schemas.microsoft.com/office/drawing/2014/main" id="{58386D35-90A5-588F-EC3D-6C558228568F}"/>
              </a:ext>
            </a:extLst>
          </p:cNvPr>
          <p:cNvSpPr/>
          <p:nvPr/>
        </p:nvSpPr>
        <p:spPr>
          <a:xfrm>
            <a:off x="879446" y="491100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35" name="Arc 34">
            <a:extLst>
              <a:ext uri="{FF2B5EF4-FFF2-40B4-BE49-F238E27FC236}">
                <a16:creationId xmlns:a16="http://schemas.microsoft.com/office/drawing/2014/main" id="{26D4DB0F-E13D-EB5E-D824-9902DB74059C}"/>
              </a:ext>
            </a:extLst>
          </p:cNvPr>
          <p:cNvSpPr/>
          <p:nvPr/>
        </p:nvSpPr>
        <p:spPr>
          <a:xfrm>
            <a:off x="470885" y="550508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36" name="TextBox 35">
            <a:extLst>
              <a:ext uri="{FF2B5EF4-FFF2-40B4-BE49-F238E27FC236}">
                <a16:creationId xmlns:a16="http://schemas.microsoft.com/office/drawing/2014/main" id="{CC0AA8F9-6CD4-B173-2031-648AF557A3D3}"/>
              </a:ext>
            </a:extLst>
          </p:cNvPr>
          <p:cNvSpPr txBox="1"/>
          <p:nvPr/>
        </p:nvSpPr>
        <p:spPr>
          <a:xfrm>
            <a:off x="817773" y="4592962"/>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37" name="TextBox 36">
            <a:extLst>
              <a:ext uri="{FF2B5EF4-FFF2-40B4-BE49-F238E27FC236}">
                <a16:creationId xmlns:a16="http://schemas.microsoft.com/office/drawing/2014/main" id="{10717BED-EF96-D32B-6CCB-1A405CD55B91}"/>
              </a:ext>
            </a:extLst>
          </p:cNvPr>
          <p:cNvSpPr txBox="1"/>
          <p:nvPr/>
        </p:nvSpPr>
        <p:spPr>
          <a:xfrm>
            <a:off x="239980" y="5342295"/>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38" name="Arc 37">
            <a:extLst>
              <a:ext uri="{FF2B5EF4-FFF2-40B4-BE49-F238E27FC236}">
                <a16:creationId xmlns:a16="http://schemas.microsoft.com/office/drawing/2014/main" id="{7496FA18-8EFF-F2A5-8D35-881C64C10FC4}"/>
              </a:ext>
            </a:extLst>
          </p:cNvPr>
          <p:cNvSpPr/>
          <p:nvPr/>
        </p:nvSpPr>
        <p:spPr>
          <a:xfrm>
            <a:off x="948349" y="61822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3</a:t>
            </a:r>
            <a:endParaRPr lang="th-TH" sz="2000" dirty="0">
              <a:solidFill>
                <a:sysClr val="windowText" lastClr="000000"/>
              </a:solidFill>
            </a:endParaRPr>
          </a:p>
        </p:txBody>
      </p:sp>
      <p:sp>
        <p:nvSpPr>
          <p:cNvPr id="39" name="TextBox 38">
            <a:extLst>
              <a:ext uri="{FF2B5EF4-FFF2-40B4-BE49-F238E27FC236}">
                <a16:creationId xmlns:a16="http://schemas.microsoft.com/office/drawing/2014/main" id="{E51A3134-C271-34A5-71AF-001B5F2C52ED}"/>
              </a:ext>
            </a:extLst>
          </p:cNvPr>
          <p:cNvSpPr txBox="1"/>
          <p:nvPr/>
        </p:nvSpPr>
        <p:spPr>
          <a:xfrm>
            <a:off x="1289854" y="6026822"/>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cxnSp>
        <p:nvCxnSpPr>
          <p:cNvPr id="43" name="Straight Connector 42">
            <a:extLst>
              <a:ext uri="{FF2B5EF4-FFF2-40B4-BE49-F238E27FC236}">
                <a16:creationId xmlns:a16="http://schemas.microsoft.com/office/drawing/2014/main" id="{341CC5ED-3D2C-B120-3CBA-FFF9714B434C}"/>
              </a:ext>
            </a:extLst>
          </p:cNvPr>
          <p:cNvCxnSpPr>
            <a:cxnSpLocks/>
            <a:stCxn id="50" idx="1"/>
            <a:endCxn id="47" idx="1"/>
          </p:cNvCxnSpPr>
          <p:nvPr/>
        </p:nvCxnSpPr>
        <p:spPr>
          <a:xfrm flipV="1">
            <a:off x="2906040" y="5696552"/>
            <a:ext cx="382935" cy="67715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311FEDD-BD4B-AB41-7404-AB4E9E560450}"/>
              </a:ext>
            </a:extLst>
          </p:cNvPr>
          <p:cNvCxnSpPr>
            <a:cxnSpLocks/>
            <a:stCxn id="47" idx="1"/>
            <a:endCxn id="46" idx="1"/>
          </p:cNvCxnSpPr>
          <p:nvPr/>
        </p:nvCxnSpPr>
        <p:spPr>
          <a:xfrm flipV="1">
            <a:off x="3288975" y="5102475"/>
            <a:ext cx="408561" cy="59407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46" name="Arc 45">
            <a:extLst>
              <a:ext uri="{FF2B5EF4-FFF2-40B4-BE49-F238E27FC236}">
                <a16:creationId xmlns:a16="http://schemas.microsoft.com/office/drawing/2014/main" id="{33328197-F9D1-98F7-2C34-FA67F9CA5333}"/>
              </a:ext>
            </a:extLst>
          </p:cNvPr>
          <p:cNvSpPr/>
          <p:nvPr/>
        </p:nvSpPr>
        <p:spPr>
          <a:xfrm>
            <a:off x="3506068" y="491100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47" name="Arc 46">
            <a:extLst>
              <a:ext uri="{FF2B5EF4-FFF2-40B4-BE49-F238E27FC236}">
                <a16:creationId xmlns:a16="http://schemas.microsoft.com/office/drawing/2014/main" id="{AF8F6994-DF0C-B61A-F2F5-B1CFBED60F64}"/>
              </a:ext>
            </a:extLst>
          </p:cNvPr>
          <p:cNvSpPr/>
          <p:nvPr/>
        </p:nvSpPr>
        <p:spPr>
          <a:xfrm>
            <a:off x="3097507" y="550508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3</a:t>
            </a:r>
            <a:endParaRPr lang="th-TH" sz="2000" dirty="0">
              <a:solidFill>
                <a:sysClr val="windowText" lastClr="000000"/>
              </a:solidFill>
            </a:endParaRPr>
          </a:p>
        </p:txBody>
      </p:sp>
      <p:sp>
        <p:nvSpPr>
          <p:cNvPr id="48" name="TextBox 47">
            <a:extLst>
              <a:ext uri="{FF2B5EF4-FFF2-40B4-BE49-F238E27FC236}">
                <a16:creationId xmlns:a16="http://schemas.microsoft.com/office/drawing/2014/main" id="{ED70F5F9-8DD3-258B-5D59-E8D68EB8F1EB}"/>
              </a:ext>
            </a:extLst>
          </p:cNvPr>
          <p:cNvSpPr txBox="1"/>
          <p:nvPr/>
        </p:nvSpPr>
        <p:spPr>
          <a:xfrm>
            <a:off x="3444395" y="4592962"/>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49" name="TextBox 48">
            <a:extLst>
              <a:ext uri="{FF2B5EF4-FFF2-40B4-BE49-F238E27FC236}">
                <a16:creationId xmlns:a16="http://schemas.microsoft.com/office/drawing/2014/main" id="{75BAEB07-57D9-2FD6-088A-0FF643065461}"/>
              </a:ext>
            </a:extLst>
          </p:cNvPr>
          <p:cNvSpPr txBox="1"/>
          <p:nvPr/>
        </p:nvSpPr>
        <p:spPr>
          <a:xfrm>
            <a:off x="2866602" y="5342295"/>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50" name="Arc 49">
            <a:extLst>
              <a:ext uri="{FF2B5EF4-FFF2-40B4-BE49-F238E27FC236}">
                <a16:creationId xmlns:a16="http://schemas.microsoft.com/office/drawing/2014/main" id="{4B6B2B70-FD47-4F58-576E-22A3C0A818A9}"/>
              </a:ext>
            </a:extLst>
          </p:cNvPr>
          <p:cNvSpPr/>
          <p:nvPr/>
        </p:nvSpPr>
        <p:spPr>
          <a:xfrm>
            <a:off x="2714572" y="618224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51" name="TextBox 50">
            <a:extLst>
              <a:ext uri="{FF2B5EF4-FFF2-40B4-BE49-F238E27FC236}">
                <a16:creationId xmlns:a16="http://schemas.microsoft.com/office/drawing/2014/main" id="{58511C8B-F504-2B4D-3410-6AC9DC070A9E}"/>
              </a:ext>
            </a:extLst>
          </p:cNvPr>
          <p:cNvSpPr txBox="1"/>
          <p:nvPr/>
        </p:nvSpPr>
        <p:spPr>
          <a:xfrm>
            <a:off x="2541317" y="6013193"/>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cxnSp>
        <p:nvCxnSpPr>
          <p:cNvPr id="52" name="Straight Connector 51">
            <a:extLst>
              <a:ext uri="{FF2B5EF4-FFF2-40B4-BE49-F238E27FC236}">
                <a16:creationId xmlns:a16="http://schemas.microsoft.com/office/drawing/2014/main" id="{8D7B128F-1E93-81C1-83CE-ED118948EE17}"/>
              </a:ext>
            </a:extLst>
          </p:cNvPr>
          <p:cNvCxnSpPr>
            <a:cxnSpLocks/>
            <a:stCxn id="58" idx="1"/>
            <a:endCxn id="54" idx="1"/>
          </p:cNvCxnSpPr>
          <p:nvPr/>
        </p:nvCxnSpPr>
        <p:spPr>
          <a:xfrm flipH="1" flipV="1">
            <a:off x="5888604" y="5102475"/>
            <a:ext cx="568585" cy="58517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488E4E1-7BF8-0BDE-ECD7-9ABDBE6C199A}"/>
              </a:ext>
            </a:extLst>
          </p:cNvPr>
          <p:cNvCxnSpPr>
            <a:cxnSpLocks/>
            <a:stCxn id="55" idx="1"/>
            <a:endCxn id="54" idx="1"/>
          </p:cNvCxnSpPr>
          <p:nvPr/>
        </p:nvCxnSpPr>
        <p:spPr>
          <a:xfrm flipV="1">
            <a:off x="5480043" y="5102475"/>
            <a:ext cx="408561" cy="59407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54" name="Arc 53">
            <a:extLst>
              <a:ext uri="{FF2B5EF4-FFF2-40B4-BE49-F238E27FC236}">
                <a16:creationId xmlns:a16="http://schemas.microsoft.com/office/drawing/2014/main" id="{368E6001-F7D2-8318-929E-6B7CF7A9C2F0}"/>
              </a:ext>
            </a:extLst>
          </p:cNvPr>
          <p:cNvSpPr/>
          <p:nvPr/>
        </p:nvSpPr>
        <p:spPr>
          <a:xfrm>
            <a:off x="5697136" y="491100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3</a:t>
            </a:r>
            <a:endParaRPr lang="th-TH" sz="2000" dirty="0">
              <a:solidFill>
                <a:sysClr val="windowText" lastClr="000000"/>
              </a:solidFill>
            </a:endParaRPr>
          </a:p>
        </p:txBody>
      </p:sp>
      <p:sp>
        <p:nvSpPr>
          <p:cNvPr id="55" name="Arc 54">
            <a:extLst>
              <a:ext uri="{FF2B5EF4-FFF2-40B4-BE49-F238E27FC236}">
                <a16:creationId xmlns:a16="http://schemas.microsoft.com/office/drawing/2014/main" id="{88665ED0-5102-22AD-53AF-36A4A1ABA9C6}"/>
              </a:ext>
            </a:extLst>
          </p:cNvPr>
          <p:cNvSpPr/>
          <p:nvPr/>
        </p:nvSpPr>
        <p:spPr>
          <a:xfrm>
            <a:off x="5288575" y="550508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56" name="TextBox 55">
            <a:extLst>
              <a:ext uri="{FF2B5EF4-FFF2-40B4-BE49-F238E27FC236}">
                <a16:creationId xmlns:a16="http://schemas.microsoft.com/office/drawing/2014/main" id="{A0E7DFC5-841C-FEE6-7DEB-66EFB83DFDF6}"/>
              </a:ext>
            </a:extLst>
          </p:cNvPr>
          <p:cNvSpPr txBox="1"/>
          <p:nvPr/>
        </p:nvSpPr>
        <p:spPr>
          <a:xfrm>
            <a:off x="5651895" y="4603230"/>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57" name="TextBox 56">
            <a:extLst>
              <a:ext uri="{FF2B5EF4-FFF2-40B4-BE49-F238E27FC236}">
                <a16:creationId xmlns:a16="http://schemas.microsoft.com/office/drawing/2014/main" id="{7D776E69-06AE-9879-BA5E-48DFD8076443}"/>
              </a:ext>
            </a:extLst>
          </p:cNvPr>
          <p:cNvSpPr txBox="1"/>
          <p:nvPr/>
        </p:nvSpPr>
        <p:spPr>
          <a:xfrm>
            <a:off x="5097108" y="5296267"/>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58" name="Arc 57">
            <a:extLst>
              <a:ext uri="{FF2B5EF4-FFF2-40B4-BE49-F238E27FC236}">
                <a16:creationId xmlns:a16="http://schemas.microsoft.com/office/drawing/2014/main" id="{B28C2987-FD12-A700-A041-DE6928A432D4}"/>
              </a:ext>
            </a:extLst>
          </p:cNvPr>
          <p:cNvSpPr/>
          <p:nvPr/>
        </p:nvSpPr>
        <p:spPr>
          <a:xfrm>
            <a:off x="6265721" y="5496183"/>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a:t>
            </a:r>
            <a:endParaRPr lang="th-TH" sz="2000" dirty="0">
              <a:solidFill>
                <a:sysClr val="windowText" lastClr="000000"/>
              </a:solidFill>
            </a:endParaRPr>
          </a:p>
        </p:txBody>
      </p:sp>
      <p:sp>
        <p:nvSpPr>
          <p:cNvPr id="59" name="TextBox 58">
            <a:extLst>
              <a:ext uri="{FF2B5EF4-FFF2-40B4-BE49-F238E27FC236}">
                <a16:creationId xmlns:a16="http://schemas.microsoft.com/office/drawing/2014/main" id="{449CBFD0-2F33-8D25-2687-9069DDAD4C0B}"/>
              </a:ext>
            </a:extLst>
          </p:cNvPr>
          <p:cNvSpPr txBox="1"/>
          <p:nvPr/>
        </p:nvSpPr>
        <p:spPr>
          <a:xfrm>
            <a:off x="6570051" y="5311033"/>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63" name="Arrow: Right 62">
            <a:extLst>
              <a:ext uri="{FF2B5EF4-FFF2-40B4-BE49-F238E27FC236}">
                <a16:creationId xmlns:a16="http://schemas.microsoft.com/office/drawing/2014/main" id="{DF1E6B94-89EC-6799-3FF6-E598795ED5EA}"/>
              </a:ext>
            </a:extLst>
          </p:cNvPr>
          <p:cNvSpPr/>
          <p:nvPr/>
        </p:nvSpPr>
        <p:spPr>
          <a:xfrm>
            <a:off x="1634817" y="5638647"/>
            <a:ext cx="815785" cy="157139"/>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8022EF41-1D04-EEE9-8BD2-2FC44CB4283D}"/>
              </a:ext>
            </a:extLst>
          </p:cNvPr>
          <p:cNvSpPr txBox="1"/>
          <p:nvPr/>
        </p:nvSpPr>
        <p:spPr>
          <a:xfrm>
            <a:off x="1549121" y="5409814"/>
            <a:ext cx="1112832" cy="253916"/>
          </a:xfrm>
          <a:prstGeom prst="rect">
            <a:avLst/>
          </a:prstGeom>
          <a:noFill/>
        </p:spPr>
        <p:txBody>
          <a:bodyPr wrap="square" rtlCol="0">
            <a:spAutoFit/>
          </a:bodyPr>
          <a:lstStyle/>
          <a:p>
            <a:r>
              <a:rPr lang="en-US" sz="1050" dirty="0">
                <a:solidFill>
                  <a:schemeClr val="accent4"/>
                </a:solidFill>
              </a:rPr>
              <a:t>Rotate Left at 2</a:t>
            </a:r>
          </a:p>
        </p:txBody>
      </p:sp>
      <p:sp>
        <p:nvSpPr>
          <p:cNvPr id="65" name="Arrow: Right 64">
            <a:extLst>
              <a:ext uri="{FF2B5EF4-FFF2-40B4-BE49-F238E27FC236}">
                <a16:creationId xmlns:a16="http://schemas.microsoft.com/office/drawing/2014/main" id="{EC2EB736-D8B4-1D93-90B7-D52E23EC5295}"/>
              </a:ext>
            </a:extLst>
          </p:cNvPr>
          <p:cNvSpPr/>
          <p:nvPr/>
        </p:nvSpPr>
        <p:spPr>
          <a:xfrm>
            <a:off x="3967993" y="5638647"/>
            <a:ext cx="902140" cy="157139"/>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FE116D77-0AFF-190E-ED6B-E67FD1AF1681}"/>
              </a:ext>
            </a:extLst>
          </p:cNvPr>
          <p:cNvSpPr txBox="1"/>
          <p:nvPr/>
        </p:nvSpPr>
        <p:spPr>
          <a:xfrm>
            <a:off x="3870058" y="5409814"/>
            <a:ext cx="1211426" cy="253916"/>
          </a:xfrm>
          <a:prstGeom prst="rect">
            <a:avLst/>
          </a:prstGeom>
          <a:noFill/>
        </p:spPr>
        <p:txBody>
          <a:bodyPr wrap="square" rtlCol="0">
            <a:spAutoFit/>
          </a:bodyPr>
          <a:lstStyle/>
          <a:p>
            <a:r>
              <a:rPr lang="en-US" sz="1050" dirty="0">
                <a:solidFill>
                  <a:schemeClr val="accent4"/>
                </a:solidFill>
              </a:rPr>
              <a:t>Rotate Right at 4</a:t>
            </a:r>
          </a:p>
        </p:txBody>
      </p:sp>
      <p:sp>
        <p:nvSpPr>
          <p:cNvPr id="67" name="Speech Bubble: Rectangle with Corners Rounded 66">
            <a:extLst>
              <a:ext uri="{FF2B5EF4-FFF2-40B4-BE49-F238E27FC236}">
                <a16:creationId xmlns:a16="http://schemas.microsoft.com/office/drawing/2014/main" id="{DBAA2D83-537C-0CE6-8435-5551A648D7EB}"/>
              </a:ext>
            </a:extLst>
          </p:cNvPr>
          <p:cNvSpPr/>
          <p:nvPr/>
        </p:nvSpPr>
        <p:spPr>
          <a:xfrm>
            <a:off x="7810110" y="5343729"/>
            <a:ext cx="1215194" cy="640002"/>
          </a:xfrm>
          <a:prstGeom prst="wedgeRoundRectCallout">
            <a:avLst>
              <a:gd name="adj1" fmla="val 3536"/>
              <a:gd name="adj2" fmla="val -14175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dirty="0"/>
              <a:t>This is called double rotation</a:t>
            </a:r>
          </a:p>
        </p:txBody>
      </p:sp>
    </p:spTree>
    <p:extLst>
      <p:ext uri="{BB962C8B-B14F-4D97-AF65-F5344CB8AC3E}">
        <p14:creationId xmlns:p14="http://schemas.microsoft.com/office/powerpoint/2010/main" val="196961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1" nodeType="clickEffect">
                                  <p:stCondLst>
                                    <p:cond delay="0"/>
                                  </p:stCondLst>
                                  <p:childTnLst>
                                    <p:animEffect transition="out" filter="fade">
                                      <p:cBhvr>
                                        <p:cTn id="64" dur="500"/>
                                        <p:tgtEl>
                                          <p:spTgt spid="31"/>
                                        </p:tgtEl>
                                      </p:cBhvr>
                                    </p:animEffect>
                                    <p:set>
                                      <p:cBhvr>
                                        <p:cTn id="65" dur="1" fill="hold">
                                          <p:stCondLst>
                                            <p:cond delay="499"/>
                                          </p:stCondLst>
                                        </p:cTn>
                                        <p:tgtEl>
                                          <p:spTgt spid="31"/>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500"/>
                                        <p:tgtEl>
                                          <p:spTgt spid="32"/>
                                        </p:tgtEl>
                                      </p:cBhvr>
                                    </p:animEffect>
                                    <p:set>
                                      <p:cBhvr>
                                        <p:cTn id="68" dur="1" fill="hold">
                                          <p:stCondLst>
                                            <p:cond delay="499"/>
                                          </p:stCondLst>
                                        </p:cTn>
                                        <p:tgtEl>
                                          <p:spTgt spid="32"/>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500"/>
                                        <p:tgtEl>
                                          <p:spTgt spid="21"/>
                                        </p:tgtEl>
                                      </p:cBhvr>
                                    </p:animEffect>
                                    <p:set>
                                      <p:cBhvr>
                                        <p:cTn id="71" dur="1" fill="hold">
                                          <p:stCondLst>
                                            <p:cond delay="499"/>
                                          </p:stCondLst>
                                        </p:cTn>
                                        <p:tgtEl>
                                          <p:spTgt spid="21"/>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500"/>
                                        <p:tgtEl>
                                          <p:spTgt spid="33"/>
                                        </p:tgtEl>
                                      </p:cBhvr>
                                    </p:animEffect>
                                    <p:set>
                                      <p:cBhvr>
                                        <p:cTn id="74" dur="1" fill="hold">
                                          <p:stCondLst>
                                            <p:cond delay="499"/>
                                          </p:stCondLst>
                                        </p:cTn>
                                        <p:tgtEl>
                                          <p:spTgt spid="33"/>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500"/>
                                        <p:tgtEl>
                                          <p:spTgt spid="22"/>
                                        </p:tgtEl>
                                      </p:cBhvr>
                                    </p:animEffect>
                                    <p:set>
                                      <p:cBhvr>
                                        <p:cTn id="77" dur="1" fill="hold">
                                          <p:stCondLst>
                                            <p:cond delay="499"/>
                                          </p:stCondLst>
                                        </p:cTn>
                                        <p:tgtEl>
                                          <p:spTgt spid="22"/>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500"/>
                                        <p:tgtEl>
                                          <p:spTgt spid="14"/>
                                        </p:tgtEl>
                                      </p:cBhvr>
                                    </p:animEffect>
                                    <p:set>
                                      <p:cBhvr>
                                        <p:cTn id="80" dur="1" fill="hold">
                                          <p:stCondLst>
                                            <p:cond delay="499"/>
                                          </p:stCondLst>
                                        </p:cTn>
                                        <p:tgtEl>
                                          <p:spTgt spid="14"/>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500"/>
                                        <p:tgtEl>
                                          <p:spTgt spid="15"/>
                                        </p:tgtEl>
                                      </p:cBhvr>
                                    </p:animEffect>
                                    <p:set>
                                      <p:cBhvr>
                                        <p:cTn id="83" dur="1" fill="hold">
                                          <p:stCondLst>
                                            <p:cond delay="499"/>
                                          </p:stCondLst>
                                        </p:cTn>
                                        <p:tgtEl>
                                          <p:spTgt spid="15"/>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500"/>
                                        <p:tgtEl>
                                          <p:spTgt spid="4"/>
                                        </p:tgtEl>
                                      </p:cBhvr>
                                    </p:animEffect>
                                    <p:set>
                                      <p:cBhvr>
                                        <p:cTn id="86" dur="1" fill="hold">
                                          <p:stCondLst>
                                            <p:cond delay="499"/>
                                          </p:stCondLst>
                                        </p:cTn>
                                        <p:tgtEl>
                                          <p:spTgt spid="4"/>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500"/>
                                        <p:tgtEl>
                                          <p:spTgt spid="16"/>
                                        </p:tgtEl>
                                      </p:cBhvr>
                                    </p:animEffect>
                                    <p:set>
                                      <p:cBhvr>
                                        <p:cTn id="89" dur="1" fill="hold">
                                          <p:stCondLst>
                                            <p:cond delay="499"/>
                                          </p:stCondLst>
                                        </p:cTn>
                                        <p:tgtEl>
                                          <p:spTgt spid="16"/>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500"/>
                                        <p:tgtEl>
                                          <p:spTgt spid="5"/>
                                        </p:tgtEl>
                                      </p:cBhvr>
                                    </p:animEffect>
                                    <p:set>
                                      <p:cBhvr>
                                        <p:cTn id="92" dur="1" fill="hold">
                                          <p:stCondLst>
                                            <p:cond delay="499"/>
                                          </p:stCondLst>
                                        </p:cTn>
                                        <p:tgtEl>
                                          <p:spTgt spid="5"/>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500"/>
                                        <p:tgtEl>
                                          <p:spTgt spid="4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3"/>
                                        </p:tgtEl>
                                        <p:attrNameLst>
                                          <p:attrName>style.visibility</p:attrName>
                                        </p:attrNameLst>
                                      </p:cBhvr>
                                      <p:to>
                                        <p:strVal val="visible"/>
                                      </p:to>
                                    </p:set>
                                    <p:animEffect transition="in" filter="fade">
                                      <p:cBhvr>
                                        <p:cTn id="100" dur="500"/>
                                        <p:tgtEl>
                                          <p:spTgt spid="6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4"/>
                                        </p:tgtEl>
                                        <p:attrNameLst>
                                          <p:attrName>style.visibility</p:attrName>
                                        </p:attrNameLst>
                                      </p:cBhvr>
                                      <p:to>
                                        <p:strVal val="visible"/>
                                      </p:to>
                                    </p:set>
                                    <p:animEffect transition="in" filter="fade">
                                      <p:cBhvr>
                                        <p:cTn id="103" dur="500"/>
                                        <p:tgtEl>
                                          <p:spTgt spid="6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5"/>
                                        </p:tgtEl>
                                        <p:attrNameLst>
                                          <p:attrName>style.visibility</p:attrName>
                                        </p:attrNameLst>
                                      </p:cBhvr>
                                      <p:to>
                                        <p:strVal val="visible"/>
                                      </p:to>
                                    </p:set>
                                    <p:animEffect transition="in" filter="fade">
                                      <p:cBhvr>
                                        <p:cTn id="106" dur="500"/>
                                        <p:tgtEl>
                                          <p:spTgt spid="6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6"/>
                                        </p:tgtEl>
                                        <p:attrNameLst>
                                          <p:attrName>style.visibility</p:attrName>
                                        </p:attrNameLst>
                                      </p:cBhvr>
                                      <p:to>
                                        <p:strVal val="visible"/>
                                      </p:to>
                                    </p:set>
                                    <p:animEffect transition="in" filter="fade">
                                      <p:cBhvr>
                                        <p:cTn id="109" dur="500"/>
                                        <p:tgtEl>
                                          <p:spTgt spid="66"/>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67"/>
                                        </p:tgtEl>
                                        <p:attrNameLst>
                                          <p:attrName>style.visibility</p:attrName>
                                        </p:attrNameLst>
                                      </p:cBhvr>
                                      <p:to>
                                        <p:strVal val="visible"/>
                                      </p:to>
                                    </p:set>
                                    <p:animEffect transition="in" filter="fade">
                                      <p:cBhvr>
                                        <p:cTn id="114"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15" grpId="0" animBg="1"/>
      <p:bldP spid="15" grpId="1" animBg="1"/>
      <p:bldP spid="14" grpId="0" animBg="1"/>
      <p:bldP spid="14" grpId="1" animBg="1"/>
      <p:bldP spid="16" grpId="0" animBg="1"/>
      <p:bldP spid="16" grpId="1" animBg="1"/>
      <p:bldP spid="25" grpId="0" animBg="1"/>
      <p:bldP spid="26" grpId="0" animBg="1"/>
      <p:bldP spid="27" grpId="0"/>
      <p:bldP spid="28" grpId="0"/>
      <p:bldP spid="29" grpId="0" animBg="1"/>
      <p:bldP spid="30" grpId="0"/>
      <p:bldP spid="31" grpId="0" animBg="1"/>
      <p:bldP spid="31" grpId="1" animBg="1"/>
      <p:bldP spid="33" grpId="0" animBg="1"/>
      <p:bldP spid="33" grpId="1" animBg="1"/>
      <p:bldP spid="44" grpId="0" animBg="1"/>
      <p:bldP spid="63" grpId="0" animBg="1"/>
      <p:bldP spid="64" grpId="0"/>
      <p:bldP spid="65" grpId="0" animBg="1"/>
      <p:bldP spid="66" grpId="0"/>
      <p:bldP spid="6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6" name="Isosceles Triangle 115">
                <a:extLst>
                  <a:ext uri="{FF2B5EF4-FFF2-40B4-BE49-F238E27FC236}">
                    <a16:creationId xmlns:a16="http://schemas.microsoft.com/office/drawing/2014/main" id="{8545F0F1-7456-0C26-8612-6449F9C06F7F}"/>
                  </a:ext>
                </a:extLst>
              </p:cNvPr>
              <p:cNvSpPr/>
              <p:nvPr/>
            </p:nvSpPr>
            <p:spPr>
              <a:xfrm>
                <a:off x="8721083" y="4171967"/>
                <a:ext cx="631372" cy="485689"/>
              </a:xfrm>
              <a:prstGeom prst="triangle">
                <a:avLst/>
              </a:prstGeom>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𝑧</m:t>
                      </m:r>
                    </m:oMath>
                  </m:oMathPara>
                </a14:m>
                <a:endParaRPr lang="en-US" sz="1800" dirty="0">
                  <a:solidFill>
                    <a:schemeClr val="bg1"/>
                  </a:solidFill>
                </a:endParaRPr>
              </a:p>
            </p:txBody>
          </p:sp>
        </mc:Choice>
        <mc:Fallback xmlns="">
          <p:sp>
            <p:nvSpPr>
              <p:cNvPr id="116" name="Isosceles Triangle 115">
                <a:extLst>
                  <a:ext uri="{FF2B5EF4-FFF2-40B4-BE49-F238E27FC236}">
                    <a16:creationId xmlns:a16="http://schemas.microsoft.com/office/drawing/2014/main" id="{8545F0F1-7456-0C26-8612-6449F9C06F7F}"/>
                  </a:ext>
                </a:extLst>
              </p:cNvPr>
              <p:cNvSpPr>
                <a:spLocks noRot="1" noChangeAspect="1" noMove="1" noResize="1" noEditPoints="1" noAdjustHandles="1" noChangeArrowheads="1" noChangeShapeType="1" noTextEdit="1"/>
              </p:cNvSpPr>
              <p:nvPr/>
            </p:nvSpPr>
            <p:spPr>
              <a:xfrm>
                <a:off x="8721083" y="4171967"/>
                <a:ext cx="631372" cy="485689"/>
              </a:xfrm>
              <a:prstGeom prst="triangle">
                <a:avLst/>
              </a:prstGeom>
              <a:blipFill>
                <a:blip r:embed="rId2"/>
                <a:stretch>
                  <a:fillRect b="-4819"/>
                </a:stretch>
              </a:blipFill>
              <a:ln>
                <a:prstDash val="dash"/>
              </a:ln>
            </p:spPr>
            <p:txBody>
              <a:bodyPr/>
              <a:lstStyle/>
              <a:p>
                <a:r>
                  <a:rPr lang="en-US">
                    <a:noFill/>
                  </a:rPr>
                  <a:t> </a:t>
                </a:r>
              </a:p>
            </p:txBody>
          </p:sp>
        </mc:Fallback>
      </mc:AlternateContent>
      <p:sp>
        <p:nvSpPr>
          <p:cNvPr id="2" name="Title 1">
            <a:extLst>
              <a:ext uri="{FF2B5EF4-FFF2-40B4-BE49-F238E27FC236}">
                <a16:creationId xmlns:a16="http://schemas.microsoft.com/office/drawing/2014/main" id="{85437EAF-F545-405D-C08C-86E7CAAF0986}"/>
              </a:ext>
            </a:extLst>
          </p:cNvPr>
          <p:cNvSpPr>
            <a:spLocks noGrp="1"/>
          </p:cNvSpPr>
          <p:nvPr>
            <p:ph type="title"/>
          </p:nvPr>
        </p:nvSpPr>
        <p:spPr/>
        <p:txBody>
          <a:bodyPr/>
          <a:lstStyle/>
          <a:p>
            <a:r>
              <a:rPr lang="en-US" dirty="0"/>
              <a:t>What About Rotate Left?</a:t>
            </a:r>
          </a:p>
        </p:txBody>
      </p:sp>
      <p:sp>
        <p:nvSpPr>
          <p:cNvPr id="3" name="Content Placeholder 2">
            <a:extLst>
              <a:ext uri="{FF2B5EF4-FFF2-40B4-BE49-F238E27FC236}">
                <a16:creationId xmlns:a16="http://schemas.microsoft.com/office/drawing/2014/main" id="{A6924B75-C25A-741E-38D8-38CDA6C2AEC1}"/>
              </a:ext>
            </a:extLst>
          </p:cNvPr>
          <p:cNvSpPr>
            <a:spLocks noGrp="1"/>
          </p:cNvSpPr>
          <p:nvPr>
            <p:ph idx="1"/>
          </p:nvPr>
        </p:nvSpPr>
        <p:spPr>
          <a:xfrm>
            <a:off x="838200" y="1419461"/>
            <a:ext cx="10515600" cy="5333034"/>
          </a:xfrm>
        </p:spPr>
        <p:txBody>
          <a:bodyPr>
            <a:normAutofit lnSpcReduction="10000"/>
          </a:bodyPr>
          <a:lstStyle/>
          <a:p>
            <a:r>
              <a:rPr lang="en-US" sz="2400" dirty="0">
                <a:solidFill>
                  <a:schemeClr val="accent6"/>
                </a:solidFill>
              </a:rPr>
              <a:t>Rotate Left </a:t>
            </a:r>
            <a:r>
              <a:rPr lang="en-US" sz="2400" dirty="0"/>
              <a:t>is The mirror case of the Rotate Right</a:t>
            </a:r>
          </a:p>
          <a:p>
            <a:r>
              <a:rPr lang="en-US" sz="2400" dirty="0"/>
              <a:t>Use when it is </a:t>
            </a:r>
            <a:r>
              <a:rPr lang="en-US" sz="2400" dirty="0">
                <a:solidFill>
                  <a:schemeClr val="accent6"/>
                </a:solidFill>
              </a:rPr>
              <a:t>right heavy</a:t>
            </a:r>
          </a:p>
          <a:p>
            <a:endParaRPr lang="th-TH" sz="2400" dirty="0">
              <a:solidFill>
                <a:schemeClr val="accent6"/>
              </a:solidFill>
            </a:endParaRPr>
          </a:p>
          <a:p>
            <a:endParaRPr lang="th-TH" sz="2400" dirty="0"/>
          </a:p>
          <a:p>
            <a:endParaRPr lang="th-TH" sz="2400" dirty="0"/>
          </a:p>
          <a:p>
            <a:endParaRPr lang="th-TH" sz="2400" dirty="0"/>
          </a:p>
          <a:p>
            <a:endParaRPr lang="th-TH" sz="2400" dirty="0"/>
          </a:p>
          <a:p>
            <a:r>
              <a:rPr lang="en-US" sz="2400" dirty="0">
                <a:solidFill>
                  <a:schemeClr val="accent4"/>
                </a:solidFill>
              </a:rPr>
              <a:t>Double Rotation</a:t>
            </a:r>
            <a:r>
              <a:rPr lang="en-US" sz="2400" dirty="0"/>
              <a:t> when right heavy (balance =2) with </a:t>
            </a:r>
            <a:br>
              <a:rPr lang="en-US" sz="2400" dirty="0"/>
            </a:br>
            <a:r>
              <a:rPr lang="en-US" sz="2400" dirty="0"/>
              <a:t>the right child has a balance value of -1</a:t>
            </a:r>
            <a:endParaRPr lang="th-TH" sz="2400" dirty="0"/>
          </a:p>
          <a:p>
            <a:endParaRPr lang="en-US" sz="2400" dirty="0"/>
          </a:p>
        </p:txBody>
      </p:sp>
      <p:cxnSp>
        <p:nvCxnSpPr>
          <p:cNvPr id="4" name="Straight Connector 3">
            <a:extLst>
              <a:ext uri="{FF2B5EF4-FFF2-40B4-BE49-F238E27FC236}">
                <a16:creationId xmlns:a16="http://schemas.microsoft.com/office/drawing/2014/main" id="{97FE3F85-CC94-80CE-9C43-2BFE0AA107DC}"/>
              </a:ext>
            </a:extLst>
          </p:cNvPr>
          <p:cNvCxnSpPr>
            <a:cxnSpLocks/>
            <a:stCxn id="34" idx="0"/>
            <a:endCxn id="79" idx="1"/>
          </p:cNvCxnSpPr>
          <p:nvPr/>
        </p:nvCxnSpPr>
        <p:spPr>
          <a:xfrm flipV="1">
            <a:off x="5083583" y="4320282"/>
            <a:ext cx="371919" cy="405921"/>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30A7B6F-93D4-73A9-E23D-BCA58E7726CC}"/>
              </a:ext>
            </a:extLst>
          </p:cNvPr>
          <p:cNvCxnSpPr>
            <a:cxnSpLocks/>
            <a:stCxn id="13" idx="1"/>
            <a:endCxn id="10" idx="1"/>
          </p:cNvCxnSpPr>
          <p:nvPr/>
        </p:nvCxnSpPr>
        <p:spPr>
          <a:xfrm flipH="1" flipV="1">
            <a:off x="1755772" y="3726204"/>
            <a:ext cx="390281" cy="59407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BA824DD-3D9F-E0E1-550E-A59CFD5548D4}"/>
              </a:ext>
            </a:extLst>
          </p:cNvPr>
          <p:cNvCxnSpPr>
            <a:cxnSpLocks/>
            <a:stCxn id="11" idx="1"/>
            <a:endCxn id="10" idx="1"/>
          </p:cNvCxnSpPr>
          <p:nvPr/>
        </p:nvCxnSpPr>
        <p:spPr>
          <a:xfrm flipV="1">
            <a:off x="1337237" y="3726204"/>
            <a:ext cx="418535" cy="59407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1808C55-59A2-050C-4E2E-1FF26668B7EB}"/>
              </a:ext>
            </a:extLst>
          </p:cNvPr>
          <p:cNvCxnSpPr>
            <a:cxnSpLocks/>
            <a:stCxn id="12" idx="1"/>
            <a:endCxn id="13" idx="1"/>
          </p:cNvCxnSpPr>
          <p:nvPr/>
        </p:nvCxnSpPr>
        <p:spPr>
          <a:xfrm flipH="1" flipV="1">
            <a:off x="2146053" y="4320282"/>
            <a:ext cx="359128" cy="59407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Arc 9">
            <a:extLst>
              <a:ext uri="{FF2B5EF4-FFF2-40B4-BE49-F238E27FC236}">
                <a16:creationId xmlns:a16="http://schemas.microsoft.com/office/drawing/2014/main" id="{791A313D-AD28-8AE6-071E-EAF44F07C498}"/>
              </a:ext>
            </a:extLst>
          </p:cNvPr>
          <p:cNvSpPr/>
          <p:nvPr/>
        </p:nvSpPr>
        <p:spPr>
          <a:xfrm>
            <a:off x="1564304" y="353473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a:t>
            </a:r>
            <a:endParaRPr lang="th-TH" sz="2000" dirty="0">
              <a:solidFill>
                <a:sysClr val="windowText" lastClr="000000"/>
              </a:solidFill>
            </a:endParaRPr>
          </a:p>
        </p:txBody>
      </p:sp>
      <p:sp>
        <p:nvSpPr>
          <p:cNvPr id="11" name="Arc 10">
            <a:extLst>
              <a:ext uri="{FF2B5EF4-FFF2-40B4-BE49-F238E27FC236}">
                <a16:creationId xmlns:a16="http://schemas.microsoft.com/office/drawing/2014/main" id="{A646C5E9-AA6C-29CC-D165-916BCE74456A}"/>
              </a:ext>
            </a:extLst>
          </p:cNvPr>
          <p:cNvSpPr/>
          <p:nvPr/>
        </p:nvSpPr>
        <p:spPr>
          <a:xfrm>
            <a:off x="1145769" y="4128814"/>
            <a:ext cx="382935" cy="382935"/>
          </a:xfrm>
          <a:prstGeom prst="arc">
            <a:avLst>
              <a:gd name="adj1" fmla="val 16200000"/>
              <a:gd name="adj2" fmla="val 16197843"/>
            </a:avLst>
          </a:prstGeom>
          <a:solidFill>
            <a:schemeClr val="bg1"/>
          </a:solidFill>
          <a:ln>
            <a:solidFill>
              <a:schemeClr val="accent3">
                <a:lumMod val="50000"/>
              </a:schemeClr>
            </a:solidFill>
            <a:prstDash val="dash"/>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chemeClr val="tx1"/>
                </a:solidFill>
              </a:rPr>
              <a:t>4</a:t>
            </a:r>
            <a:endParaRPr lang="th-TH" sz="2000" dirty="0">
              <a:solidFill>
                <a:schemeClr val="tx1"/>
              </a:solidFill>
            </a:endParaRPr>
          </a:p>
        </p:txBody>
      </p:sp>
      <p:sp>
        <p:nvSpPr>
          <p:cNvPr id="12" name="Arc 11">
            <a:extLst>
              <a:ext uri="{FF2B5EF4-FFF2-40B4-BE49-F238E27FC236}">
                <a16:creationId xmlns:a16="http://schemas.microsoft.com/office/drawing/2014/main" id="{1C555E3C-5BA6-69EA-7183-C2681240F4A8}"/>
              </a:ext>
            </a:extLst>
          </p:cNvPr>
          <p:cNvSpPr/>
          <p:nvPr/>
        </p:nvSpPr>
        <p:spPr>
          <a:xfrm>
            <a:off x="2313713" y="472289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10</a:t>
            </a:r>
            <a:endParaRPr lang="th-TH" sz="2000" dirty="0">
              <a:solidFill>
                <a:sysClr val="windowText" lastClr="000000"/>
              </a:solidFill>
            </a:endParaRPr>
          </a:p>
        </p:txBody>
      </p:sp>
      <p:sp>
        <p:nvSpPr>
          <p:cNvPr id="13" name="Arc 12">
            <a:extLst>
              <a:ext uri="{FF2B5EF4-FFF2-40B4-BE49-F238E27FC236}">
                <a16:creationId xmlns:a16="http://schemas.microsoft.com/office/drawing/2014/main" id="{845A1293-6067-EFBA-8F77-8B7339BB404C}"/>
              </a:ext>
            </a:extLst>
          </p:cNvPr>
          <p:cNvSpPr/>
          <p:nvPr/>
        </p:nvSpPr>
        <p:spPr>
          <a:xfrm>
            <a:off x="1954585" y="412881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8</a:t>
            </a:r>
            <a:endParaRPr lang="th-TH" sz="2000" dirty="0">
              <a:solidFill>
                <a:sysClr val="windowText" lastClr="000000"/>
              </a:solidFill>
            </a:endParaRPr>
          </a:p>
        </p:txBody>
      </p:sp>
      <p:sp>
        <p:nvSpPr>
          <p:cNvPr id="14" name="TextBox 13">
            <a:extLst>
              <a:ext uri="{FF2B5EF4-FFF2-40B4-BE49-F238E27FC236}">
                <a16:creationId xmlns:a16="http://schemas.microsoft.com/office/drawing/2014/main" id="{7E90D666-70B0-B9C3-7165-13E2196B1AAC}"/>
              </a:ext>
            </a:extLst>
          </p:cNvPr>
          <p:cNvSpPr txBox="1"/>
          <p:nvPr/>
        </p:nvSpPr>
        <p:spPr>
          <a:xfrm>
            <a:off x="1514399" y="3268282"/>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15" name="TextBox 14">
            <a:extLst>
              <a:ext uri="{FF2B5EF4-FFF2-40B4-BE49-F238E27FC236}">
                <a16:creationId xmlns:a16="http://schemas.microsoft.com/office/drawing/2014/main" id="{9974AA3E-2AF2-0103-50ED-66BB06F550D6}"/>
              </a:ext>
            </a:extLst>
          </p:cNvPr>
          <p:cNvSpPr txBox="1"/>
          <p:nvPr/>
        </p:nvSpPr>
        <p:spPr>
          <a:xfrm>
            <a:off x="2155534" y="3880572"/>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7" name="Speech Bubble: Rectangle with Corners Rounded 16">
            <a:extLst>
              <a:ext uri="{FF2B5EF4-FFF2-40B4-BE49-F238E27FC236}">
                <a16:creationId xmlns:a16="http://schemas.microsoft.com/office/drawing/2014/main" id="{09A4295B-E39D-0993-ABAE-C1B44035B77C}"/>
              </a:ext>
            </a:extLst>
          </p:cNvPr>
          <p:cNvSpPr/>
          <p:nvPr/>
        </p:nvSpPr>
        <p:spPr>
          <a:xfrm>
            <a:off x="887602" y="4867879"/>
            <a:ext cx="1134076" cy="382935"/>
          </a:xfrm>
          <a:prstGeom prst="wedgeRoundRectCallout">
            <a:avLst>
              <a:gd name="adj1" fmla="val -13186"/>
              <a:gd name="adj2" fmla="val -11665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Remove 4</a:t>
            </a:r>
          </a:p>
        </p:txBody>
      </p:sp>
      <p:sp>
        <p:nvSpPr>
          <p:cNvPr id="18" name="TextBox 17">
            <a:extLst>
              <a:ext uri="{FF2B5EF4-FFF2-40B4-BE49-F238E27FC236}">
                <a16:creationId xmlns:a16="http://schemas.microsoft.com/office/drawing/2014/main" id="{7908DAFD-DF0A-7C1F-7089-D7F9D223460A}"/>
              </a:ext>
            </a:extLst>
          </p:cNvPr>
          <p:cNvSpPr txBox="1"/>
          <p:nvPr/>
        </p:nvSpPr>
        <p:spPr>
          <a:xfrm>
            <a:off x="1110459" y="3824682"/>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9" name="Speech Bubble: Rectangle with Corners Rounded 18">
            <a:extLst>
              <a:ext uri="{FF2B5EF4-FFF2-40B4-BE49-F238E27FC236}">
                <a16:creationId xmlns:a16="http://schemas.microsoft.com/office/drawing/2014/main" id="{F46459D8-E66B-61AF-49E0-BBDF07B51E3A}"/>
              </a:ext>
            </a:extLst>
          </p:cNvPr>
          <p:cNvSpPr/>
          <p:nvPr/>
        </p:nvSpPr>
        <p:spPr>
          <a:xfrm>
            <a:off x="1843546" y="2898902"/>
            <a:ext cx="1323267" cy="485689"/>
          </a:xfrm>
          <a:prstGeom prst="wedgeRoundRectCallout">
            <a:avLst>
              <a:gd name="adj1" fmla="val -34119"/>
              <a:gd name="adj2" fmla="val 8714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Balance value violation</a:t>
            </a:r>
          </a:p>
        </p:txBody>
      </p:sp>
      <p:cxnSp>
        <p:nvCxnSpPr>
          <p:cNvPr id="20" name="Straight Connector 19">
            <a:extLst>
              <a:ext uri="{FF2B5EF4-FFF2-40B4-BE49-F238E27FC236}">
                <a16:creationId xmlns:a16="http://schemas.microsoft.com/office/drawing/2014/main" id="{8FD83262-F1E9-450D-FD37-7C3DBEEB2867}"/>
              </a:ext>
            </a:extLst>
          </p:cNvPr>
          <p:cNvCxnSpPr>
            <a:cxnSpLocks/>
            <a:stCxn id="33" idx="0"/>
            <a:endCxn id="77" idx="1"/>
          </p:cNvCxnSpPr>
          <p:nvPr/>
        </p:nvCxnSpPr>
        <p:spPr>
          <a:xfrm flipV="1">
            <a:off x="4526440" y="3726204"/>
            <a:ext cx="538781" cy="502097"/>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sp>
        <p:nvSpPr>
          <p:cNvPr id="32" name="Speech Bubble: Rectangle with Corners Rounded 31">
            <a:extLst>
              <a:ext uri="{FF2B5EF4-FFF2-40B4-BE49-F238E27FC236}">
                <a16:creationId xmlns:a16="http://schemas.microsoft.com/office/drawing/2014/main" id="{4656A87C-A902-9719-2942-6CABFC4E8DA5}"/>
              </a:ext>
            </a:extLst>
          </p:cNvPr>
          <p:cNvSpPr/>
          <p:nvPr/>
        </p:nvSpPr>
        <p:spPr>
          <a:xfrm>
            <a:off x="5328709" y="2900856"/>
            <a:ext cx="1100666" cy="485689"/>
          </a:xfrm>
          <a:prstGeom prst="wedgeRoundRectCallout">
            <a:avLst>
              <a:gd name="adj1" fmla="val -51305"/>
              <a:gd name="adj2" fmla="val 9554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Do Rotate Left at 6</a:t>
            </a:r>
          </a:p>
        </p:txBody>
      </p:sp>
      <mc:AlternateContent xmlns:mc="http://schemas.openxmlformats.org/markup-compatibility/2006" xmlns:a14="http://schemas.microsoft.com/office/drawing/2010/main">
        <mc:Choice Requires="a14">
          <p:sp>
            <p:nvSpPr>
              <p:cNvPr id="33" name="Isosceles Triangle 32">
                <a:extLst>
                  <a:ext uri="{FF2B5EF4-FFF2-40B4-BE49-F238E27FC236}">
                    <a16:creationId xmlns:a16="http://schemas.microsoft.com/office/drawing/2014/main" id="{0B01ECC9-E965-C9B7-35B0-12ADA3006447}"/>
                  </a:ext>
                </a:extLst>
              </p:cNvPr>
              <p:cNvSpPr/>
              <p:nvPr/>
            </p:nvSpPr>
            <p:spPr>
              <a:xfrm>
                <a:off x="4210754" y="4228301"/>
                <a:ext cx="631372" cy="485689"/>
              </a:xfrm>
              <a:prstGeom prst="triangle">
                <a:avLst/>
              </a:prstGeom>
              <a:ln>
                <a:prstDash val="dash"/>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𝑥</m:t>
                      </m:r>
                    </m:oMath>
                  </m:oMathPara>
                </a14:m>
                <a:endParaRPr lang="en-US" sz="1800" dirty="0">
                  <a:solidFill>
                    <a:schemeClr val="bg1"/>
                  </a:solidFill>
                </a:endParaRPr>
              </a:p>
            </p:txBody>
          </p:sp>
        </mc:Choice>
        <mc:Fallback xmlns="">
          <p:sp>
            <p:nvSpPr>
              <p:cNvPr id="33" name="Isosceles Triangle 32">
                <a:extLst>
                  <a:ext uri="{FF2B5EF4-FFF2-40B4-BE49-F238E27FC236}">
                    <a16:creationId xmlns:a16="http://schemas.microsoft.com/office/drawing/2014/main" id="{0B01ECC9-E965-C9B7-35B0-12ADA3006447}"/>
                  </a:ext>
                </a:extLst>
              </p:cNvPr>
              <p:cNvSpPr>
                <a:spLocks noRot="1" noChangeAspect="1" noMove="1" noResize="1" noEditPoints="1" noAdjustHandles="1" noChangeArrowheads="1" noChangeShapeType="1" noTextEdit="1"/>
              </p:cNvSpPr>
              <p:nvPr/>
            </p:nvSpPr>
            <p:spPr>
              <a:xfrm>
                <a:off x="4210754" y="4228301"/>
                <a:ext cx="631372" cy="485689"/>
              </a:xfrm>
              <a:prstGeom prst="triangle">
                <a:avLst/>
              </a:prstGeom>
              <a:blipFill>
                <a:blip r:embed="rId3"/>
                <a:stretch>
                  <a:fillRect b="-4878"/>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Isosceles Triangle 33">
                <a:extLst>
                  <a:ext uri="{FF2B5EF4-FFF2-40B4-BE49-F238E27FC236}">
                    <a16:creationId xmlns:a16="http://schemas.microsoft.com/office/drawing/2014/main" id="{0A3B8D59-8A75-F0A0-A1A7-0F3666A688EE}"/>
                  </a:ext>
                </a:extLst>
              </p:cNvPr>
              <p:cNvSpPr/>
              <p:nvPr/>
            </p:nvSpPr>
            <p:spPr>
              <a:xfrm>
                <a:off x="4767897" y="4726203"/>
                <a:ext cx="631372" cy="485689"/>
              </a:xfrm>
              <a:prstGeom prst="triangle">
                <a:avLst/>
              </a:prstGeom>
              <a:ln>
                <a:prstDash val="dash"/>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𝑦</m:t>
                      </m:r>
                    </m:oMath>
                  </m:oMathPara>
                </a14:m>
                <a:endParaRPr lang="en-US" sz="1800" dirty="0">
                  <a:solidFill>
                    <a:schemeClr val="bg1"/>
                  </a:solidFill>
                </a:endParaRPr>
              </a:p>
            </p:txBody>
          </p:sp>
        </mc:Choice>
        <mc:Fallback xmlns="">
          <p:sp>
            <p:nvSpPr>
              <p:cNvPr id="34" name="Isosceles Triangle 33">
                <a:extLst>
                  <a:ext uri="{FF2B5EF4-FFF2-40B4-BE49-F238E27FC236}">
                    <a16:creationId xmlns:a16="http://schemas.microsoft.com/office/drawing/2014/main" id="{0A3B8D59-8A75-F0A0-A1A7-0F3666A688EE}"/>
                  </a:ext>
                </a:extLst>
              </p:cNvPr>
              <p:cNvSpPr>
                <a:spLocks noRot="1" noChangeAspect="1" noMove="1" noResize="1" noEditPoints="1" noAdjustHandles="1" noChangeArrowheads="1" noChangeShapeType="1" noTextEdit="1"/>
              </p:cNvSpPr>
              <p:nvPr/>
            </p:nvSpPr>
            <p:spPr>
              <a:xfrm>
                <a:off x="4767897" y="4726203"/>
                <a:ext cx="631372" cy="485689"/>
              </a:xfrm>
              <a:prstGeom prst="triangle">
                <a:avLst/>
              </a:prstGeom>
              <a:blipFill>
                <a:blip r:embed="rId4"/>
                <a:stretch>
                  <a:fillRect b="-19277"/>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D60145F5-7B75-6629-4484-3DB594EA8994}"/>
                  </a:ext>
                </a:extLst>
              </p:cNvPr>
              <p:cNvSpPr/>
              <p:nvPr/>
            </p:nvSpPr>
            <p:spPr>
              <a:xfrm>
                <a:off x="5392214" y="4715982"/>
                <a:ext cx="631372" cy="485689"/>
              </a:xfrm>
              <a:prstGeom prst="triangle">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𝑧</m:t>
                      </m:r>
                    </m:oMath>
                  </m:oMathPara>
                </a14:m>
                <a:endParaRPr lang="en-US" sz="1800" dirty="0">
                  <a:solidFill>
                    <a:schemeClr val="bg1"/>
                  </a:solidFill>
                </a:endParaRPr>
              </a:p>
            </p:txBody>
          </p:sp>
        </mc:Choice>
        <mc:Fallback xmlns="">
          <p:sp>
            <p:nvSpPr>
              <p:cNvPr id="35" name="Isosceles Triangle 34">
                <a:extLst>
                  <a:ext uri="{FF2B5EF4-FFF2-40B4-BE49-F238E27FC236}">
                    <a16:creationId xmlns:a16="http://schemas.microsoft.com/office/drawing/2014/main" id="{D60145F5-7B75-6629-4484-3DB594EA8994}"/>
                  </a:ext>
                </a:extLst>
              </p:cNvPr>
              <p:cNvSpPr>
                <a:spLocks noRot="1" noChangeAspect="1" noMove="1" noResize="1" noEditPoints="1" noAdjustHandles="1" noChangeArrowheads="1" noChangeShapeType="1" noTextEdit="1"/>
              </p:cNvSpPr>
              <p:nvPr/>
            </p:nvSpPr>
            <p:spPr>
              <a:xfrm>
                <a:off x="5392214" y="4715982"/>
                <a:ext cx="631372" cy="485689"/>
              </a:xfrm>
              <a:prstGeom prst="triangle">
                <a:avLst/>
              </a:prstGeom>
              <a:blipFill>
                <a:blip r:embed="rId5"/>
                <a:stretch>
                  <a:fillRect b="-4878"/>
                </a:stretch>
              </a:blipFill>
              <a:ln>
                <a:prstDash val="solid"/>
              </a:ln>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6B3176CC-81D2-12AD-9802-AEA2DF3DB871}"/>
              </a:ext>
            </a:extLst>
          </p:cNvPr>
          <p:cNvCxnSpPr>
            <a:cxnSpLocks/>
            <a:stCxn id="50" idx="0"/>
            <a:endCxn id="44" idx="1"/>
          </p:cNvCxnSpPr>
          <p:nvPr/>
        </p:nvCxnSpPr>
        <p:spPr>
          <a:xfrm flipV="1">
            <a:off x="7586377" y="4310234"/>
            <a:ext cx="235365" cy="441335"/>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8DDC19B-ED34-6C12-428A-39828ED55532}"/>
              </a:ext>
            </a:extLst>
          </p:cNvPr>
          <p:cNvCxnSpPr>
            <a:cxnSpLocks/>
            <a:stCxn id="51" idx="0"/>
            <a:endCxn id="44" idx="1"/>
          </p:cNvCxnSpPr>
          <p:nvPr/>
        </p:nvCxnSpPr>
        <p:spPr>
          <a:xfrm flipH="1" flipV="1">
            <a:off x="7821742" y="4310234"/>
            <a:ext cx="581286" cy="439638"/>
          </a:xfrm>
          <a:prstGeom prst="line">
            <a:avLst/>
          </a:prstGeom>
          <a:ln w="28575">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A4ABAD-DC53-E24B-8C6F-ACF610300AFB}"/>
              </a:ext>
            </a:extLst>
          </p:cNvPr>
          <p:cNvCxnSpPr>
            <a:cxnSpLocks/>
            <a:stCxn id="45" idx="1"/>
            <a:endCxn id="42" idx="1"/>
          </p:cNvCxnSpPr>
          <p:nvPr/>
        </p:nvCxnSpPr>
        <p:spPr>
          <a:xfrm flipH="1" flipV="1">
            <a:off x="8575299" y="3721115"/>
            <a:ext cx="590120" cy="59916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0E98821-6AB7-1F54-642B-90CE4E385E1E}"/>
              </a:ext>
            </a:extLst>
          </p:cNvPr>
          <p:cNvCxnSpPr>
            <a:cxnSpLocks/>
            <a:stCxn id="44" idx="1"/>
            <a:endCxn id="42" idx="1"/>
          </p:cNvCxnSpPr>
          <p:nvPr/>
        </p:nvCxnSpPr>
        <p:spPr>
          <a:xfrm flipV="1">
            <a:off x="7821742" y="3721115"/>
            <a:ext cx="753557" cy="58911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42" name="Arc 41">
            <a:extLst>
              <a:ext uri="{FF2B5EF4-FFF2-40B4-BE49-F238E27FC236}">
                <a16:creationId xmlns:a16="http://schemas.microsoft.com/office/drawing/2014/main" id="{3731255D-5F57-C8AF-3F4C-91B77C365598}"/>
              </a:ext>
            </a:extLst>
          </p:cNvPr>
          <p:cNvSpPr/>
          <p:nvPr/>
        </p:nvSpPr>
        <p:spPr>
          <a:xfrm>
            <a:off x="8383831" y="352964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8</a:t>
            </a:r>
            <a:endParaRPr lang="th-TH" sz="2000" dirty="0">
              <a:solidFill>
                <a:sysClr val="windowText" lastClr="000000"/>
              </a:solidFill>
            </a:endParaRPr>
          </a:p>
        </p:txBody>
      </p:sp>
      <p:sp>
        <p:nvSpPr>
          <p:cNvPr id="44" name="Arc 43">
            <a:extLst>
              <a:ext uri="{FF2B5EF4-FFF2-40B4-BE49-F238E27FC236}">
                <a16:creationId xmlns:a16="http://schemas.microsoft.com/office/drawing/2014/main" id="{FD887688-AA76-A662-BF38-01DFE86AE174}"/>
              </a:ext>
            </a:extLst>
          </p:cNvPr>
          <p:cNvSpPr/>
          <p:nvPr/>
        </p:nvSpPr>
        <p:spPr>
          <a:xfrm>
            <a:off x="7630274" y="411876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a:t>
            </a:r>
            <a:endParaRPr lang="th-TH" sz="2000" dirty="0">
              <a:solidFill>
                <a:sysClr val="windowText" lastClr="000000"/>
              </a:solidFill>
            </a:endParaRPr>
          </a:p>
        </p:txBody>
      </p:sp>
      <p:sp>
        <p:nvSpPr>
          <p:cNvPr id="45" name="Arc 44">
            <a:extLst>
              <a:ext uri="{FF2B5EF4-FFF2-40B4-BE49-F238E27FC236}">
                <a16:creationId xmlns:a16="http://schemas.microsoft.com/office/drawing/2014/main" id="{1461B2F2-7FA8-A99F-AACD-45A0FD097305}"/>
              </a:ext>
            </a:extLst>
          </p:cNvPr>
          <p:cNvSpPr/>
          <p:nvPr/>
        </p:nvSpPr>
        <p:spPr>
          <a:xfrm>
            <a:off x="8973951" y="412881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10</a:t>
            </a:r>
            <a:endParaRPr lang="th-TH" sz="2000" dirty="0">
              <a:solidFill>
                <a:sysClr val="windowText" lastClr="000000"/>
              </a:solidFill>
            </a:endParaRPr>
          </a:p>
        </p:txBody>
      </p:sp>
      <p:sp>
        <p:nvSpPr>
          <p:cNvPr id="46" name="TextBox 45">
            <a:extLst>
              <a:ext uri="{FF2B5EF4-FFF2-40B4-BE49-F238E27FC236}">
                <a16:creationId xmlns:a16="http://schemas.microsoft.com/office/drawing/2014/main" id="{D8005111-836F-2587-09C2-4C5BC60DCC63}"/>
              </a:ext>
            </a:extLst>
          </p:cNvPr>
          <p:cNvSpPr txBox="1"/>
          <p:nvPr/>
        </p:nvSpPr>
        <p:spPr>
          <a:xfrm>
            <a:off x="9069327" y="3842613"/>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49" name="TextBox 48">
            <a:extLst>
              <a:ext uri="{FF2B5EF4-FFF2-40B4-BE49-F238E27FC236}">
                <a16:creationId xmlns:a16="http://schemas.microsoft.com/office/drawing/2014/main" id="{1DF954DA-50D6-7125-0144-E330D00E7E12}"/>
              </a:ext>
            </a:extLst>
          </p:cNvPr>
          <p:cNvSpPr txBox="1"/>
          <p:nvPr/>
        </p:nvSpPr>
        <p:spPr>
          <a:xfrm>
            <a:off x="7480610" y="3892007"/>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mc:AlternateContent xmlns:mc="http://schemas.openxmlformats.org/markup-compatibility/2006" xmlns:a14="http://schemas.microsoft.com/office/drawing/2010/main">
        <mc:Choice Requires="a14">
          <p:sp>
            <p:nvSpPr>
              <p:cNvPr id="50" name="Isosceles Triangle 49">
                <a:extLst>
                  <a:ext uri="{FF2B5EF4-FFF2-40B4-BE49-F238E27FC236}">
                    <a16:creationId xmlns:a16="http://schemas.microsoft.com/office/drawing/2014/main" id="{C560A4A1-7A54-64CC-7285-E9F579B814B8}"/>
                  </a:ext>
                </a:extLst>
              </p:cNvPr>
              <p:cNvSpPr/>
              <p:nvPr/>
            </p:nvSpPr>
            <p:spPr>
              <a:xfrm>
                <a:off x="7270691" y="4751569"/>
                <a:ext cx="631372" cy="485689"/>
              </a:xfrm>
              <a:prstGeom prst="triangle">
                <a:avLst/>
              </a:prstGeom>
              <a:ln>
                <a:prstDash val="dash"/>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𝑥</m:t>
                      </m:r>
                    </m:oMath>
                  </m:oMathPara>
                </a14:m>
                <a:endParaRPr lang="en-US" sz="1800" dirty="0">
                  <a:solidFill>
                    <a:schemeClr val="bg1"/>
                  </a:solidFill>
                </a:endParaRPr>
              </a:p>
            </p:txBody>
          </p:sp>
        </mc:Choice>
        <mc:Fallback xmlns="">
          <p:sp>
            <p:nvSpPr>
              <p:cNvPr id="50" name="Isosceles Triangle 49">
                <a:extLst>
                  <a:ext uri="{FF2B5EF4-FFF2-40B4-BE49-F238E27FC236}">
                    <a16:creationId xmlns:a16="http://schemas.microsoft.com/office/drawing/2014/main" id="{C560A4A1-7A54-64CC-7285-E9F579B814B8}"/>
                  </a:ext>
                </a:extLst>
              </p:cNvPr>
              <p:cNvSpPr>
                <a:spLocks noRot="1" noChangeAspect="1" noMove="1" noResize="1" noEditPoints="1" noAdjustHandles="1" noChangeArrowheads="1" noChangeShapeType="1" noTextEdit="1"/>
              </p:cNvSpPr>
              <p:nvPr/>
            </p:nvSpPr>
            <p:spPr>
              <a:xfrm>
                <a:off x="7270691" y="4751569"/>
                <a:ext cx="631372" cy="485689"/>
              </a:xfrm>
              <a:prstGeom prst="triangle">
                <a:avLst/>
              </a:prstGeom>
              <a:blipFill>
                <a:blip r:embed="rId6"/>
                <a:stretch>
                  <a:fillRect b="-4819"/>
                </a:stretch>
              </a:blipFill>
              <a:ln>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Isosceles Triangle 50">
                <a:extLst>
                  <a:ext uri="{FF2B5EF4-FFF2-40B4-BE49-F238E27FC236}">
                    <a16:creationId xmlns:a16="http://schemas.microsoft.com/office/drawing/2014/main" id="{47EB9D0B-3F34-5717-8413-93902FF2B378}"/>
                  </a:ext>
                </a:extLst>
              </p:cNvPr>
              <p:cNvSpPr/>
              <p:nvPr/>
            </p:nvSpPr>
            <p:spPr>
              <a:xfrm>
                <a:off x="8087342" y="4749872"/>
                <a:ext cx="631372" cy="485689"/>
              </a:xfrm>
              <a:prstGeom prst="triangle">
                <a:avLst/>
              </a:prstGeom>
              <a:ln>
                <a:prstDash val="dash"/>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dirty="0" smtClean="0">
                          <a:solidFill>
                            <a:schemeClr val="bg1"/>
                          </a:solidFill>
                          <a:latin typeface="Cambria Math" panose="02040503050406030204" pitchFamily="18" charset="0"/>
                        </a:rPr>
                        <m:t>𝑦</m:t>
                      </m:r>
                    </m:oMath>
                  </m:oMathPara>
                </a14:m>
                <a:endParaRPr lang="en-US" sz="1800" dirty="0">
                  <a:solidFill>
                    <a:schemeClr val="bg1"/>
                  </a:solidFill>
                </a:endParaRPr>
              </a:p>
            </p:txBody>
          </p:sp>
        </mc:Choice>
        <mc:Fallback xmlns="">
          <p:sp>
            <p:nvSpPr>
              <p:cNvPr id="51" name="Isosceles Triangle 50">
                <a:extLst>
                  <a:ext uri="{FF2B5EF4-FFF2-40B4-BE49-F238E27FC236}">
                    <a16:creationId xmlns:a16="http://schemas.microsoft.com/office/drawing/2014/main" id="{47EB9D0B-3F34-5717-8413-93902FF2B378}"/>
                  </a:ext>
                </a:extLst>
              </p:cNvPr>
              <p:cNvSpPr>
                <a:spLocks noRot="1" noChangeAspect="1" noMove="1" noResize="1" noEditPoints="1" noAdjustHandles="1" noChangeArrowheads="1" noChangeShapeType="1" noTextEdit="1"/>
              </p:cNvSpPr>
              <p:nvPr/>
            </p:nvSpPr>
            <p:spPr>
              <a:xfrm>
                <a:off x="8087342" y="4749872"/>
                <a:ext cx="631372" cy="485689"/>
              </a:xfrm>
              <a:prstGeom prst="triangle">
                <a:avLst/>
              </a:prstGeom>
              <a:blipFill>
                <a:blip r:embed="rId7"/>
                <a:stretch>
                  <a:fillRect b="-18072"/>
                </a:stretch>
              </a:blipFill>
              <a:ln>
                <a:prstDash val="dash"/>
              </a:ln>
            </p:spPr>
            <p:txBody>
              <a:bodyPr/>
              <a:lstStyle/>
              <a:p>
                <a:r>
                  <a:rPr lang="en-US">
                    <a:noFill/>
                  </a:rPr>
                  <a:t> </a:t>
                </a:r>
              </a:p>
            </p:txBody>
          </p:sp>
        </mc:Fallback>
      </mc:AlternateContent>
      <p:sp>
        <p:nvSpPr>
          <p:cNvPr id="53" name="Speech Bubble: Rectangle with Corners Rounded 52">
            <a:extLst>
              <a:ext uri="{FF2B5EF4-FFF2-40B4-BE49-F238E27FC236}">
                <a16:creationId xmlns:a16="http://schemas.microsoft.com/office/drawing/2014/main" id="{A94BFA44-5585-8166-12C0-D3FB715B4162}"/>
              </a:ext>
            </a:extLst>
          </p:cNvPr>
          <p:cNvSpPr/>
          <p:nvPr/>
        </p:nvSpPr>
        <p:spPr>
          <a:xfrm>
            <a:off x="7105100" y="2898218"/>
            <a:ext cx="1100666" cy="485689"/>
          </a:xfrm>
          <a:prstGeom prst="wedgeRoundRectCallout">
            <a:avLst>
              <a:gd name="adj1" fmla="val 62915"/>
              <a:gd name="adj2" fmla="val 7514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The result is balanced</a:t>
            </a:r>
          </a:p>
        </p:txBody>
      </p:sp>
      <p:sp>
        <p:nvSpPr>
          <p:cNvPr id="54" name="Rectangle: Rounded Corners 53">
            <a:extLst>
              <a:ext uri="{FF2B5EF4-FFF2-40B4-BE49-F238E27FC236}">
                <a16:creationId xmlns:a16="http://schemas.microsoft.com/office/drawing/2014/main" id="{E63931E3-41ED-8515-1A4C-D7F05550D34E}"/>
              </a:ext>
            </a:extLst>
          </p:cNvPr>
          <p:cNvSpPr/>
          <p:nvPr/>
        </p:nvSpPr>
        <p:spPr>
          <a:xfrm>
            <a:off x="539764" y="2774264"/>
            <a:ext cx="2707729" cy="2658516"/>
          </a:xfrm>
          <a:prstGeom prst="roundRect">
            <a:avLst>
              <a:gd name="adj" fmla="val 836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5A394A1A-373E-3355-2AD0-D27EC853DF7B}"/>
              </a:ext>
            </a:extLst>
          </p:cNvPr>
          <p:cNvSpPr/>
          <p:nvPr/>
        </p:nvSpPr>
        <p:spPr>
          <a:xfrm>
            <a:off x="3626893" y="2774265"/>
            <a:ext cx="2896548" cy="2658515"/>
          </a:xfrm>
          <a:prstGeom prst="roundRect">
            <a:avLst>
              <a:gd name="adj" fmla="val 836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2A4B8841-B65E-6D29-01DC-4E4F93494434}"/>
              </a:ext>
            </a:extLst>
          </p:cNvPr>
          <p:cNvSpPr/>
          <p:nvPr/>
        </p:nvSpPr>
        <p:spPr>
          <a:xfrm>
            <a:off x="6854316" y="2774265"/>
            <a:ext cx="2945172" cy="2658515"/>
          </a:xfrm>
          <a:prstGeom prst="roundRect">
            <a:avLst>
              <a:gd name="adj" fmla="val 836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7" name="Arrow: Right 56">
            <a:extLst>
              <a:ext uri="{FF2B5EF4-FFF2-40B4-BE49-F238E27FC236}">
                <a16:creationId xmlns:a16="http://schemas.microsoft.com/office/drawing/2014/main" id="{5E984D4C-4E34-F231-CFB5-32CE1D2E7749}"/>
              </a:ext>
            </a:extLst>
          </p:cNvPr>
          <p:cNvSpPr/>
          <p:nvPr/>
        </p:nvSpPr>
        <p:spPr>
          <a:xfrm>
            <a:off x="2988683" y="4728221"/>
            <a:ext cx="775538" cy="569073"/>
          </a:xfrm>
          <a:prstGeom prst="rightArrow">
            <a:avLst>
              <a:gd name="adj1" fmla="val 50000"/>
              <a:gd name="adj2" fmla="val 3544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800" dirty="0"/>
          </a:p>
        </p:txBody>
      </p:sp>
      <p:sp>
        <p:nvSpPr>
          <p:cNvPr id="58" name="Arrow: Right 57">
            <a:extLst>
              <a:ext uri="{FF2B5EF4-FFF2-40B4-BE49-F238E27FC236}">
                <a16:creationId xmlns:a16="http://schemas.microsoft.com/office/drawing/2014/main" id="{63C66DFD-D7C7-DB5C-5AD0-F2E91BE0E3EA}"/>
              </a:ext>
            </a:extLst>
          </p:cNvPr>
          <p:cNvSpPr/>
          <p:nvPr/>
        </p:nvSpPr>
        <p:spPr>
          <a:xfrm>
            <a:off x="6347177" y="4728221"/>
            <a:ext cx="775538" cy="569073"/>
          </a:xfrm>
          <a:prstGeom prst="rightArrow">
            <a:avLst>
              <a:gd name="adj1" fmla="val 50000"/>
              <a:gd name="adj2" fmla="val 3544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800" dirty="0"/>
          </a:p>
        </p:txBody>
      </p:sp>
      <p:sp>
        <p:nvSpPr>
          <p:cNvPr id="66" name="TextBox 65">
            <a:extLst>
              <a:ext uri="{FF2B5EF4-FFF2-40B4-BE49-F238E27FC236}">
                <a16:creationId xmlns:a16="http://schemas.microsoft.com/office/drawing/2014/main" id="{47FE3BC1-FE45-47CA-C683-0999741786D7}"/>
              </a:ext>
            </a:extLst>
          </p:cNvPr>
          <p:cNvSpPr txBox="1"/>
          <p:nvPr/>
        </p:nvSpPr>
        <p:spPr>
          <a:xfrm>
            <a:off x="2426593" y="4428136"/>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cxnSp>
        <p:nvCxnSpPr>
          <p:cNvPr id="75" name="Straight Connector 74">
            <a:extLst>
              <a:ext uri="{FF2B5EF4-FFF2-40B4-BE49-F238E27FC236}">
                <a16:creationId xmlns:a16="http://schemas.microsoft.com/office/drawing/2014/main" id="{EBA331FA-0ACE-BA06-9648-E2576EFC1201}"/>
              </a:ext>
            </a:extLst>
          </p:cNvPr>
          <p:cNvCxnSpPr>
            <a:cxnSpLocks/>
            <a:stCxn id="79" idx="1"/>
            <a:endCxn id="77" idx="1"/>
          </p:cNvCxnSpPr>
          <p:nvPr/>
        </p:nvCxnSpPr>
        <p:spPr>
          <a:xfrm flipH="1" flipV="1">
            <a:off x="5065221" y="3726204"/>
            <a:ext cx="390281" cy="59407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F122379-B2D6-940B-AB27-BC81D7E49709}"/>
              </a:ext>
            </a:extLst>
          </p:cNvPr>
          <p:cNvCxnSpPr>
            <a:cxnSpLocks/>
            <a:stCxn id="78" idx="1"/>
            <a:endCxn id="79" idx="1"/>
          </p:cNvCxnSpPr>
          <p:nvPr/>
        </p:nvCxnSpPr>
        <p:spPr>
          <a:xfrm flipH="1" flipV="1">
            <a:off x="5455502" y="4320282"/>
            <a:ext cx="359128" cy="59407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77" name="Arc 76">
            <a:extLst>
              <a:ext uri="{FF2B5EF4-FFF2-40B4-BE49-F238E27FC236}">
                <a16:creationId xmlns:a16="http://schemas.microsoft.com/office/drawing/2014/main" id="{BBE26355-E37A-C352-29D5-F433529C1803}"/>
              </a:ext>
            </a:extLst>
          </p:cNvPr>
          <p:cNvSpPr/>
          <p:nvPr/>
        </p:nvSpPr>
        <p:spPr>
          <a:xfrm>
            <a:off x="4873753" y="353473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6</a:t>
            </a:r>
            <a:endParaRPr lang="th-TH" sz="2000" dirty="0">
              <a:solidFill>
                <a:sysClr val="windowText" lastClr="000000"/>
              </a:solidFill>
            </a:endParaRPr>
          </a:p>
        </p:txBody>
      </p:sp>
      <p:sp>
        <p:nvSpPr>
          <p:cNvPr id="78" name="Arc 77">
            <a:extLst>
              <a:ext uri="{FF2B5EF4-FFF2-40B4-BE49-F238E27FC236}">
                <a16:creationId xmlns:a16="http://schemas.microsoft.com/office/drawing/2014/main" id="{5D54FBD2-60B9-7C32-4679-ED004E2AC40A}"/>
              </a:ext>
            </a:extLst>
          </p:cNvPr>
          <p:cNvSpPr/>
          <p:nvPr/>
        </p:nvSpPr>
        <p:spPr>
          <a:xfrm>
            <a:off x="5623162" y="472289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10</a:t>
            </a:r>
            <a:endParaRPr lang="th-TH" sz="2000" dirty="0">
              <a:solidFill>
                <a:sysClr val="windowText" lastClr="000000"/>
              </a:solidFill>
            </a:endParaRPr>
          </a:p>
        </p:txBody>
      </p:sp>
      <p:sp>
        <p:nvSpPr>
          <p:cNvPr id="79" name="Arc 78">
            <a:extLst>
              <a:ext uri="{FF2B5EF4-FFF2-40B4-BE49-F238E27FC236}">
                <a16:creationId xmlns:a16="http://schemas.microsoft.com/office/drawing/2014/main" id="{AF4F8C61-AE85-0C25-A3C4-3B15F83658A7}"/>
              </a:ext>
            </a:extLst>
          </p:cNvPr>
          <p:cNvSpPr/>
          <p:nvPr/>
        </p:nvSpPr>
        <p:spPr>
          <a:xfrm>
            <a:off x="5264034" y="412881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8</a:t>
            </a:r>
            <a:endParaRPr lang="th-TH" sz="2000" dirty="0">
              <a:solidFill>
                <a:sysClr val="windowText" lastClr="000000"/>
              </a:solidFill>
            </a:endParaRPr>
          </a:p>
        </p:txBody>
      </p:sp>
      <p:grpSp>
        <p:nvGrpSpPr>
          <p:cNvPr id="87" name="Group 86">
            <a:extLst>
              <a:ext uri="{FF2B5EF4-FFF2-40B4-BE49-F238E27FC236}">
                <a16:creationId xmlns:a16="http://schemas.microsoft.com/office/drawing/2014/main" id="{BFB5A4C0-80EC-6145-06C4-A514E8ED0FD2}"/>
              </a:ext>
            </a:extLst>
          </p:cNvPr>
          <p:cNvGrpSpPr/>
          <p:nvPr/>
        </p:nvGrpSpPr>
        <p:grpSpPr>
          <a:xfrm>
            <a:off x="8372358" y="260769"/>
            <a:ext cx="1427130" cy="1581731"/>
            <a:chOff x="6282044" y="2994229"/>
            <a:chExt cx="2508451" cy="2780191"/>
          </a:xfrm>
        </p:grpSpPr>
        <p:cxnSp>
          <p:nvCxnSpPr>
            <p:cNvPr id="88" name="Straight Connector 87">
              <a:extLst>
                <a:ext uri="{FF2B5EF4-FFF2-40B4-BE49-F238E27FC236}">
                  <a16:creationId xmlns:a16="http://schemas.microsoft.com/office/drawing/2014/main" id="{17BE09DA-0D7B-3726-DB50-E4B80253A918}"/>
                </a:ext>
              </a:extLst>
            </p:cNvPr>
            <p:cNvCxnSpPr>
              <a:cxnSpLocks/>
              <a:endCxn id="93" idx="1"/>
            </p:cNvCxnSpPr>
            <p:nvPr/>
          </p:nvCxnSpPr>
          <p:spPr>
            <a:xfrm>
              <a:off x="7780425" y="2994229"/>
              <a:ext cx="0" cy="569034"/>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6267077-EC7F-3E89-07E8-CD58AB5C8F90}"/>
                </a:ext>
              </a:extLst>
            </p:cNvPr>
            <p:cNvCxnSpPr>
              <a:cxnSpLocks/>
              <a:stCxn id="95" idx="0"/>
              <a:endCxn id="94" idx="1"/>
            </p:cNvCxnSpPr>
            <p:nvPr/>
          </p:nvCxnSpPr>
          <p:spPr>
            <a:xfrm flipV="1">
              <a:off x="6641534" y="4110859"/>
              <a:ext cx="396467" cy="666916"/>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C7E823B-88DF-1630-3F81-62D3FA9DD8D8}"/>
                </a:ext>
              </a:extLst>
            </p:cNvPr>
            <p:cNvCxnSpPr>
              <a:cxnSpLocks/>
              <a:stCxn id="97" idx="0"/>
              <a:endCxn id="93" idx="1"/>
            </p:cNvCxnSpPr>
            <p:nvPr/>
          </p:nvCxnSpPr>
          <p:spPr>
            <a:xfrm flipH="1" flipV="1">
              <a:off x="7780425" y="3563262"/>
              <a:ext cx="650581" cy="547596"/>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B34C440-2EC5-1AB7-38C7-0F2DCF86A7B1}"/>
                </a:ext>
              </a:extLst>
            </p:cNvPr>
            <p:cNvCxnSpPr>
              <a:cxnSpLocks/>
              <a:stCxn id="94" idx="1"/>
              <a:endCxn id="93" idx="1"/>
            </p:cNvCxnSpPr>
            <p:nvPr/>
          </p:nvCxnSpPr>
          <p:spPr>
            <a:xfrm flipV="1">
              <a:off x="7038001" y="3563262"/>
              <a:ext cx="742424" cy="54759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2845AD1-A394-C20F-7294-D8034A366E39}"/>
                </a:ext>
              </a:extLst>
            </p:cNvPr>
            <p:cNvCxnSpPr>
              <a:cxnSpLocks/>
              <a:stCxn id="96" idx="0"/>
              <a:endCxn id="94" idx="1"/>
            </p:cNvCxnSpPr>
            <p:nvPr/>
          </p:nvCxnSpPr>
          <p:spPr>
            <a:xfrm flipH="1" flipV="1">
              <a:off x="7038001" y="4110859"/>
              <a:ext cx="550957" cy="65758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3" name="Arc 92">
              <a:extLst>
                <a:ext uri="{FF2B5EF4-FFF2-40B4-BE49-F238E27FC236}">
                  <a16:creationId xmlns:a16="http://schemas.microsoft.com/office/drawing/2014/main" id="{3ADC7745-0269-C517-73BF-81E0BB7E6AE3}"/>
                </a:ext>
              </a:extLst>
            </p:cNvPr>
            <p:cNvSpPr/>
            <p:nvPr/>
          </p:nvSpPr>
          <p:spPr>
            <a:xfrm>
              <a:off x="7588957" y="3371794"/>
              <a:ext cx="382935" cy="382935"/>
            </a:xfrm>
            <a:prstGeom prst="arc">
              <a:avLst>
                <a:gd name="adj1" fmla="val 16200000"/>
                <a:gd name="adj2" fmla="val 16197843"/>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ysClr val="windowText" lastClr="000000"/>
                  </a:solidFill>
                </a:rPr>
                <a:t>A</a:t>
              </a:r>
              <a:endParaRPr lang="th-TH" sz="1400" dirty="0">
                <a:solidFill>
                  <a:sysClr val="windowText" lastClr="000000"/>
                </a:solidFill>
              </a:endParaRPr>
            </a:p>
          </p:txBody>
        </p:sp>
        <p:sp>
          <p:nvSpPr>
            <p:cNvPr id="94" name="Arc 93">
              <a:extLst>
                <a:ext uri="{FF2B5EF4-FFF2-40B4-BE49-F238E27FC236}">
                  <a16:creationId xmlns:a16="http://schemas.microsoft.com/office/drawing/2014/main" id="{D24789D1-681F-B799-B3D5-D2795E5019F5}"/>
                </a:ext>
              </a:extLst>
            </p:cNvPr>
            <p:cNvSpPr/>
            <p:nvPr/>
          </p:nvSpPr>
          <p:spPr>
            <a:xfrm>
              <a:off x="6846533" y="3919391"/>
              <a:ext cx="382935" cy="382935"/>
            </a:xfrm>
            <a:prstGeom prst="arc">
              <a:avLst>
                <a:gd name="adj1" fmla="val 16200000"/>
                <a:gd name="adj2" fmla="val 16197843"/>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ysClr val="windowText" lastClr="000000"/>
                  </a:solidFill>
                </a:rPr>
                <a:t>B</a:t>
              </a:r>
              <a:endParaRPr lang="th-TH" sz="1400" dirty="0">
                <a:solidFill>
                  <a:sysClr val="windowText" lastClr="000000"/>
                </a:solidFill>
              </a:endParaRPr>
            </a:p>
          </p:txBody>
        </p:sp>
        <mc:AlternateContent xmlns:mc="http://schemas.openxmlformats.org/markup-compatibility/2006" xmlns:a14="http://schemas.microsoft.com/office/drawing/2010/main">
          <mc:Choice Requires="a14">
            <p:sp>
              <p:nvSpPr>
                <p:cNvPr id="95" name="Isosceles Triangle 94">
                  <a:extLst>
                    <a:ext uri="{FF2B5EF4-FFF2-40B4-BE49-F238E27FC236}">
                      <a16:creationId xmlns:a16="http://schemas.microsoft.com/office/drawing/2014/main" id="{2B960770-F09E-6DE8-E25E-1E6675DA5FA9}"/>
                    </a:ext>
                  </a:extLst>
                </p:cNvPr>
                <p:cNvSpPr/>
                <p:nvPr/>
              </p:nvSpPr>
              <p:spPr>
                <a:xfrm>
                  <a:off x="6282044" y="4777775"/>
                  <a:ext cx="718979" cy="996645"/>
                </a:xfrm>
                <a:prstGeom prst="triangle">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𝑥</m:t>
                        </m:r>
                      </m:oMath>
                    </m:oMathPara>
                  </a14:m>
                  <a:endParaRPr lang="en-US" sz="1600" baseline="-25000" dirty="0">
                    <a:solidFill>
                      <a:sysClr val="windowText" lastClr="000000"/>
                    </a:solidFill>
                  </a:endParaRPr>
                </a:p>
              </p:txBody>
            </p:sp>
          </mc:Choice>
          <mc:Fallback xmlns="">
            <p:sp>
              <p:nvSpPr>
                <p:cNvPr id="62" name="Isosceles Triangle 61">
                  <a:extLst>
                    <a:ext uri="{FF2B5EF4-FFF2-40B4-BE49-F238E27FC236}">
                      <a16:creationId xmlns:a16="http://schemas.microsoft.com/office/drawing/2014/main" id="{412549E8-513E-8726-17DB-7CB2DB056FCA}"/>
                    </a:ext>
                  </a:extLst>
                </p:cNvPr>
                <p:cNvSpPr>
                  <a:spLocks noRot="1" noChangeAspect="1" noMove="1" noResize="1" noEditPoints="1" noAdjustHandles="1" noChangeArrowheads="1" noChangeShapeType="1" noTextEdit="1"/>
                </p:cNvSpPr>
                <p:nvPr/>
              </p:nvSpPr>
              <p:spPr>
                <a:xfrm>
                  <a:off x="6282044" y="4777775"/>
                  <a:ext cx="718979" cy="996645"/>
                </a:xfrm>
                <a:prstGeom prst="triangle">
                  <a:avLst/>
                </a:prstGeom>
                <a:blipFill>
                  <a:blip r:embed="rId8"/>
                  <a:stretch>
                    <a:fillRect/>
                  </a:stretch>
                </a:blipFill>
                <a:ln w="19050">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Isosceles Triangle 95">
                  <a:extLst>
                    <a:ext uri="{FF2B5EF4-FFF2-40B4-BE49-F238E27FC236}">
                      <a16:creationId xmlns:a16="http://schemas.microsoft.com/office/drawing/2014/main" id="{66AAEF3C-A63F-60CF-018D-FCFB6390A82F}"/>
                    </a:ext>
                  </a:extLst>
                </p:cNvPr>
                <p:cNvSpPr/>
                <p:nvPr/>
              </p:nvSpPr>
              <p:spPr>
                <a:xfrm>
                  <a:off x="7229468" y="4768443"/>
                  <a:ext cx="718979" cy="996645"/>
                </a:xfrm>
                <a:prstGeom prst="triangle">
                  <a:avLst/>
                </a:prstGeom>
                <a:solidFill>
                  <a:schemeClr val="accent4"/>
                </a:solidFill>
                <a:ln w="19050">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𝑦</m:t>
                        </m:r>
                      </m:oMath>
                    </m:oMathPara>
                  </a14:m>
                  <a:endParaRPr lang="en-US" sz="1600" baseline="-25000" dirty="0">
                    <a:solidFill>
                      <a:sysClr val="windowText" lastClr="000000"/>
                    </a:solidFill>
                  </a:endParaRPr>
                </a:p>
              </p:txBody>
            </p:sp>
          </mc:Choice>
          <mc:Fallback xmlns="">
            <p:sp>
              <p:nvSpPr>
                <p:cNvPr id="63" name="Isosceles Triangle 62">
                  <a:extLst>
                    <a:ext uri="{FF2B5EF4-FFF2-40B4-BE49-F238E27FC236}">
                      <a16:creationId xmlns:a16="http://schemas.microsoft.com/office/drawing/2014/main" id="{ACA4C0C4-8629-518B-63AB-AAE8E2411835}"/>
                    </a:ext>
                  </a:extLst>
                </p:cNvPr>
                <p:cNvSpPr>
                  <a:spLocks noRot="1" noChangeAspect="1" noMove="1" noResize="1" noEditPoints="1" noAdjustHandles="1" noChangeArrowheads="1" noChangeShapeType="1" noTextEdit="1"/>
                </p:cNvSpPr>
                <p:nvPr/>
              </p:nvSpPr>
              <p:spPr>
                <a:xfrm>
                  <a:off x="7229468" y="4768443"/>
                  <a:ext cx="718979" cy="996645"/>
                </a:xfrm>
                <a:prstGeom prst="triangle">
                  <a:avLst/>
                </a:prstGeom>
                <a:blipFill>
                  <a:blip r:embed="rId9"/>
                  <a:stretch>
                    <a:fillRect b="-7071"/>
                  </a:stretch>
                </a:blipFill>
                <a:ln w="19050">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Isosceles Triangle 96">
                  <a:extLst>
                    <a:ext uri="{FF2B5EF4-FFF2-40B4-BE49-F238E27FC236}">
                      <a16:creationId xmlns:a16="http://schemas.microsoft.com/office/drawing/2014/main" id="{D797E7D5-AD00-1F11-0ECA-CEA696BFCF2B}"/>
                    </a:ext>
                  </a:extLst>
                </p:cNvPr>
                <p:cNvSpPr/>
                <p:nvPr/>
              </p:nvSpPr>
              <p:spPr>
                <a:xfrm>
                  <a:off x="8071516" y="4110858"/>
                  <a:ext cx="718979" cy="996645"/>
                </a:xfrm>
                <a:prstGeom prst="triangle">
                  <a:avLst/>
                </a:prstGeom>
                <a:solidFill>
                  <a:schemeClr val="accent1"/>
                </a:solidFill>
                <a:ln w="19050">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𝑧</m:t>
                        </m:r>
                      </m:oMath>
                    </m:oMathPara>
                  </a14:m>
                  <a:endParaRPr lang="en-US" sz="1600" baseline="-25000" dirty="0">
                    <a:solidFill>
                      <a:sysClr val="windowText" lastClr="000000"/>
                    </a:solidFill>
                  </a:endParaRPr>
                </a:p>
              </p:txBody>
            </p:sp>
          </mc:Choice>
          <mc:Fallback xmlns="">
            <p:sp>
              <p:nvSpPr>
                <p:cNvPr id="64" name="Isosceles Triangle 63">
                  <a:extLst>
                    <a:ext uri="{FF2B5EF4-FFF2-40B4-BE49-F238E27FC236}">
                      <a16:creationId xmlns:a16="http://schemas.microsoft.com/office/drawing/2014/main" id="{29945431-A5FB-B94C-1698-01A066B6D627}"/>
                    </a:ext>
                  </a:extLst>
                </p:cNvPr>
                <p:cNvSpPr>
                  <a:spLocks noRot="1" noChangeAspect="1" noMove="1" noResize="1" noEditPoints="1" noAdjustHandles="1" noChangeArrowheads="1" noChangeShapeType="1" noTextEdit="1"/>
                </p:cNvSpPr>
                <p:nvPr/>
              </p:nvSpPr>
              <p:spPr>
                <a:xfrm>
                  <a:off x="8071516" y="4110858"/>
                  <a:ext cx="718979" cy="996645"/>
                </a:xfrm>
                <a:prstGeom prst="triangle">
                  <a:avLst/>
                </a:prstGeom>
                <a:blipFill>
                  <a:blip r:embed="rId10"/>
                  <a:stretch>
                    <a:fillRect/>
                  </a:stretch>
                </a:blipFill>
                <a:ln w="19050">
                  <a:solidFill>
                    <a:schemeClr val="accent1">
                      <a:lumMod val="50000"/>
                    </a:schemeClr>
                  </a:solidFill>
                </a:ln>
              </p:spPr>
              <p:txBody>
                <a:bodyPr/>
                <a:lstStyle/>
                <a:p>
                  <a:r>
                    <a:rPr lang="en-US">
                      <a:noFill/>
                    </a:rPr>
                    <a:t> </a:t>
                  </a:r>
                </a:p>
              </p:txBody>
            </p:sp>
          </mc:Fallback>
        </mc:AlternateContent>
      </p:grpSp>
      <p:grpSp>
        <p:nvGrpSpPr>
          <p:cNvPr id="98" name="Group 97">
            <a:extLst>
              <a:ext uri="{FF2B5EF4-FFF2-40B4-BE49-F238E27FC236}">
                <a16:creationId xmlns:a16="http://schemas.microsoft.com/office/drawing/2014/main" id="{3E49CE3B-93D0-BB03-F3F5-92D513426AEA}"/>
              </a:ext>
            </a:extLst>
          </p:cNvPr>
          <p:cNvGrpSpPr/>
          <p:nvPr/>
        </p:nvGrpSpPr>
        <p:grpSpPr>
          <a:xfrm>
            <a:off x="10434514" y="287369"/>
            <a:ext cx="1505829" cy="1542936"/>
            <a:chOff x="9183651" y="3024998"/>
            <a:chExt cx="2683301" cy="2749423"/>
          </a:xfrm>
        </p:grpSpPr>
        <p:cxnSp>
          <p:nvCxnSpPr>
            <p:cNvPr id="99" name="Straight Connector 98">
              <a:extLst>
                <a:ext uri="{FF2B5EF4-FFF2-40B4-BE49-F238E27FC236}">
                  <a16:creationId xmlns:a16="http://schemas.microsoft.com/office/drawing/2014/main" id="{3DA77751-DFDE-7073-D452-F28B9C6DFF43}"/>
                </a:ext>
              </a:extLst>
            </p:cNvPr>
            <p:cNvCxnSpPr>
              <a:cxnSpLocks/>
              <a:endCxn id="105" idx="1"/>
            </p:cNvCxnSpPr>
            <p:nvPr/>
          </p:nvCxnSpPr>
          <p:spPr>
            <a:xfrm>
              <a:off x="10081802" y="3024998"/>
              <a:ext cx="12295" cy="547596"/>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7B7F401E-17A7-6DEE-309B-3E40B5CE0CDD}"/>
                </a:ext>
              </a:extLst>
            </p:cNvPr>
            <p:cNvCxnSpPr>
              <a:cxnSpLocks/>
              <a:stCxn id="106" idx="0"/>
              <a:endCxn id="105" idx="1"/>
            </p:cNvCxnSpPr>
            <p:nvPr/>
          </p:nvCxnSpPr>
          <p:spPr>
            <a:xfrm flipV="1">
              <a:off x="9543141" y="3572594"/>
              <a:ext cx="550957" cy="547596"/>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49D95DD-14F5-BFA5-AB74-B20E0995A1A8}"/>
                </a:ext>
              </a:extLst>
            </p:cNvPr>
            <p:cNvCxnSpPr>
              <a:cxnSpLocks/>
              <a:stCxn id="108" idx="0"/>
              <a:endCxn id="104" idx="1"/>
            </p:cNvCxnSpPr>
            <p:nvPr/>
          </p:nvCxnSpPr>
          <p:spPr>
            <a:xfrm flipH="1" flipV="1">
              <a:off x="10937108" y="4120191"/>
              <a:ext cx="570355" cy="657584"/>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9A6973AB-A813-5B85-E106-EF07202078FE}"/>
                </a:ext>
              </a:extLst>
            </p:cNvPr>
            <p:cNvCxnSpPr>
              <a:cxnSpLocks/>
              <a:stCxn id="105" idx="1"/>
              <a:endCxn id="104" idx="1"/>
            </p:cNvCxnSpPr>
            <p:nvPr/>
          </p:nvCxnSpPr>
          <p:spPr>
            <a:xfrm>
              <a:off x="10094098" y="3572594"/>
              <a:ext cx="843010" cy="54759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982FE0B3-E89C-FC83-F812-FABD42BF9433}"/>
                </a:ext>
              </a:extLst>
            </p:cNvPr>
            <p:cNvCxnSpPr>
              <a:cxnSpLocks/>
              <a:stCxn id="107" idx="0"/>
              <a:endCxn id="104" idx="1"/>
            </p:cNvCxnSpPr>
            <p:nvPr/>
          </p:nvCxnSpPr>
          <p:spPr>
            <a:xfrm flipV="1">
              <a:off x="10441291" y="4120191"/>
              <a:ext cx="495817" cy="65758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4" name="Arc 103">
              <a:extLst>
                <a:ext uri="{FF2B5EF4-FFF2-40B4-BE49-F238E27FC236}">
                  <a16:creationId xmlns:a16="http://schemas.microsoft.com/office/drawing/2014/main" id="{ABBDDC6B-5C2E-3459-788D-85A6F9B79D70}"/>
                </a:ext>
              </a:extLst>
            </p:cNvPr>
            <p:cNvSpPr/>
            <p:nvPr/>
          </p:nvSpPr>
          <p:spPr>
            <a:xfrm>
              <a:off x="10745640" y="3928723"/>
              <a:ext cx="382935" cy="382935"/>
            </a:xfrm>
            <a:prstGeom prst="arc">
              <a:avLst>
                <a:gd name="adj1" fmla="val 16200000"/>
                <a:gd name="adj2" fmla="val 16197843"/>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600" dirty="0">
                  <a:solidFill>
                    <a:sysClr val="windowText" lastClr="000000"/>
                  </a:solidFill>
                </a:rPr>
                <a:t>A</a:t>
              </a:r>
              <a:endParaRPr lang="th-TH" sz="1600" dirty="0">
                <a:solidFill>
                  <a:sysClr val="windowText" lastClr="000000"/>
                </a:solidFill>
              </a:endParaRPr>
            </a:p>
          </p:txBody>
        </p:sp>
        <p:sp>
          <p:nvSpPr>
            <p:cNvPr id="105" name="Arc 104">
              <a:extLst>
                <a:ext uri="{FF2B5EF4-FFF2-40B4-BE49-F238E27FC236}">
                  <a16:creationId xmlns:a16="http://schemas.microsoft.com/office/drawing/2014/main" id="{0C09E67B-8D99-B29D-7331-3F9DCD0D4C32}"/>
                </a:ext>
              </a:extLst>
            </p:cNvPr>
            <p:cNvSpPr/>
            <p:nvPr/>
          </p:nvSpPr>
          <p:spPr>
            <a:xfrm>
              <a:off x="9902630" y="3381126"/>
              <a:ext cx="382935" cy="382935"/>
            </a:xfrm>
            <a:prstGeom prst="arc">
              <a:avLst>
                <a:gd name="adj1" fmla="val 16200000"/>
                <a:gd name="adj2" fmla="val 16197843"/>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600" dirty="0">
                  <a:solidFill>
                    <a:sysClr val="windowText" lastClr="000000"/>
                  </a:solidFill>
                </a:rPr>
                <a:t>B</a:t>
              </a:r>
              <a:endParaRPr lang="th-TH" sz="1600" dirty="0">
                <a:solidFill>
                  <a:sysClr val="windowText" lastClr="000000"/>
                </a:solidFill>
              </a:endParaRPr>
            </a:p>
          </p:txBody>
        </p:sp>
        <mc:AlternateContent xmlns:mc="http://schemas.openxmlformats.org/markup-compatibility/2006" xmlns:a14="http://schemas.microsoft.com/office/drawing/2010/main">
          <mc:Choice Requires="a14">
            <p:sp>
              <p:nvSpPr>
                <p:cNvPr id="106" name="Isosceles Triangle 105">
                  <a:extLst>
                    <a:ext uri="{FF2B5EF4-FFF2-40B4-BE49-F238E27FC236}">
                      <a16:creationId xmlns:a16="http://schemas.microsoft.com/office/drawing/2014/main" id="{D2731D24-B24B-DBCE-E999-2746E84BEA04}"/>
                    </a:ext>
                  </a:extLst>
                </p:cNvPr>
                <p:cNvSpPr/>
                <p:nvPr/>
              </p:nvSpPr>
              <p:spPr>
                <a:xfrm>
                  <a:off x="9183651" y="4120190"/>
                  <a:ext cx="718979" cy="996645"/>
                </a:xfrm>
                <a:prstGeom prst="triangle">
                  <a:avLst/>
                </a:prstGeom>
                <a:ln w="19050">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𝑥</m:t>
                        </m:r>
                      </m:oMath>
                    </m:oMathPara>
                  </a14:m>
                  <a:endParaRPr lang="en-US" sz="1600" baseline="-25000" dirty="0">
                    <a:solidFill>
                      <a:sysClr val="windowText" lastClr="000000"/>
                    </a:solidFill>
                  </a:endParaRPr>
                </a:p>
              </p:txBody>
            </p:sp>
          </mc:Choice>
          <mc:Fallback xmlns="">
            <p:sp>
              <p:nvSpPr>
                <p:cNvPr id="72" name="Isosceles Triangle 71">
                  <a:extLst>
                    <a:ext uri="{FF2B5EF4-FFF2-40B4-BE49-F238E27FC236}">
                      <a16:creationId xmlns:a16="http://schemas.microsoft.com/office/drawing/2014/main" id="{70F331AD-8062-48D8-4A31-4EB7856A8A72}"/>
                    </a:ext>
                  </a:extLst>
                </p:cNvPr>
                <p:cNvSpPr>
                  <a:spLocks noRot="1" noChangeAspect="1" noMove="1" noResize="1" noEditPoints="1" noAdjustHandles="1" noChangeArrowheads="1" noChangeShapeType="1" noTextEdit="1"/>
                </p:cNvSpPr>
                <p:nvPr/>
              </p:nvSpPr>
              <p:spPr>
                <a:xfrm>
                  <a:off x="9183651" y="4120190"/>
                  <a:ext cx="718979" cy="996645"/>
                </a:xfrm>
                <a:prstGeom prst="triangle">
                  <a:avLst/>
                </a:prstGeom>
                <a:blipFill>
                  <a:blip r:embed="rId11"/>
                  <a:stretch>
                    <a:fillRect/>
                  </a:stretch>
                </a:blipFill>
                <a:ln w="19050">
                  <a:solidFill>
                    <a:schemeClr val="accent3">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Isosceles Triangle 106">
                  <a:extLst>
                    <a:ext uri="{FF2B5EF4-FFF2-40B4-BE49-F238E27FC236}">
                      <a16:creationId xmlns:a16="http://schemas.microsoft.com/office/drawing/2014/main" id="{9AF53C71-6FC2-3F75-7016-71D874C2C6DE}"/>
                    </a:ext>
                  </a:extLst>
                </p:cNvPr>
                <p:cNvSpPr/>
                <p:nvPr/>
              </p:nvSpPr>
              <p:spPr>
                <a:xfrm>
                  <a:off x="10081801" y="4777776"/>
                  <a:ext cx="718979" cy="996645"/>
                </a:xfrm>
                <a:prstGeom prst="triangle">
                  <a:avLst/>
                </a:prstGeom>
                <a:solidFill>
                  <a:schemeClr val="accent4"/>
                </a:solidFill>
                <a:ln w="19050">
                  <a:solidFill>
                    <a:schemeClr val="accent4">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𝑦</m:t>
                        </m:r>
                      </m:oMath>
                    </m:oMathPara>
                  </a14:m>
                  <a:endParaRPr lang="en-US" sz="1600" baseline="-25000" dirty="0">
                    <a:solidFill>
                      <a:sysClr val="windowText" lastClr="000000"/>
                    </a:solidFill>
                  </a:endParaRPr>
                </a:p>
              </p:txBody>
            </p:sp>
          </mc:Choice>
          <mc:Fallback xmlns="">
            <p:sp>
              <p:nvSpPr>
                <p:cNvPr id="73" name="Isosceles Triangle 72">
                  <a:extLst>
                    <a:ext uri="{FF2B5EF4-FFF2-40B4-BE49-F238E27FC236}">
                      <a16:creationId xmlns:a16="http://schemas.microsoft.com/office/drawing/2014/main" id="{82407E9C-B808-58D3-DCBA-523B1DAF0B5B}"/>
                    </a:ext>
                  </a:extLst>
                </p:cNvPr>
                <p:cNvSpPr>
                  <a:spLocks noRot="1" noChangeAspect="1" noMove="1" noResize="1" noEditPoints="1" noAdjustHandles="1" noChangeArrowheads="1" noChangeShapeType="1" noTextEdit="1"/>
                </p:cNvSpPr>
                <p:nvPr/>
              </p:nvSpPr>
              <p:spPr>
                <a:xfrm>
                  <a:off x="10081801" y="4777776"/>
                  <a:ext cx="718979" cy="996645"/>
                </a:xfrm>
                <a:prstGeom prst="triangle">
                  <a:avLst/>
                </a:prstGeom>
                <a:blipFill>
                  <a:blip r:embed="rId12"/>
                  <a:stretch>
                    <a:fillRect b="-7143"/>
                  </a:stretch>
                </a:blipFill>
                <a:ln w="19050">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Isosceles Triangle 107">
                  <a:extLst>
                    <a:ext uri="{FF2B5EF4-FFF2-40B4-BE49-F238E27FC236}">
                      <a16:creationId xmlns:a16="http://schemas.microsoft.com/office/drawing/2014/main" id="{1EDD9068-9385-EDC2-86BE-82090CCE35FE}"/>
                    </a:ext>
                  </a:extLst>
                </p:cNvPr>
                <p:cNvSpPr/>
                <p:nvPr/>
              </p:nvSpPr>
              <p:spPr>
                <a:xfrm>
                  <a:off x="11147973" y="4777775"/>
                  <a:ext cx="718979" cy="996645"/>
                </a:xfrm>
                <a:prstGeom prst="triangle">
                  <a:avLst/>
                </a:prstGeom>
                <a:solidFill>
                  <a:schemeClr val="accent1"/>
                </a:solidFill>
                <a:ln w="19050">
                  <a:solidFill>
                    <a:schemeClr val="accent1">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1600" b="0" i="1" dirty="0" smtClean="0">
                            <a:solidFill>
                              <a:sysClr val="windowText" lastClr="000000"/>
                            </a:solidFill>
                            <a:latin typeface="Cambria Math" panose="02040503050406030204" pitchFamily="18" charset="0"/>
                          </a:rPr>
                          <m:t>𝑧</m:t>
                        </m:r>
                      </m:oMath>
                    </m:oMathPara>
                  </a14:m>
                  <a:endParaRPr lang="en-US" sz="1600" baseline="-25000" dirty="0">
                    <a:solidFill>
                      <a:sysClr val="windowText" lastClr="000000"/>
                    </a:solidFill>
                  </a:endParaRPr>
                </a:p>
              </p:txBody>
            </p:sp>
          </mc:Choice>
          <mc:Fallback xmlns="">
            <p:sp>
              <p:nvSpPr>
                <p:cNvPr id="74" name="Isosceles Triangle 73">
                  <a:extLst>
                    <a:ext uri="{FF2B5EF4-FFF2-40B4-BE49-F238E27FC236}">
                      <a16:creationId xmlns:a16="http://schemas.microsoft.com/office/drawing/2014/main" id="{06E1A58E-F381-CFFB-99F2-38A348119E27}"/>
                    </a:ext>
                  </a:extLst>
                </p:cNvPr>
                <p:cNvSpPr>
                  <a:spLocks noRot="1" noChangeAspect="1" noMove="1" noResize="1" noEditPoints="1" noAdjustHandles="1" noChangeArrowheads="1" noChangeShapeType="1" noTextEdit="1"/>
                </p:cNvSpPr>
                <p:nvPr/>
              </p:nvSpPr>
              <p:spPr>
                <a:xfrm>
                  <a:off x="11147973" y="4777775"/>
                  <a:ext cx="718979" cy="996645"/>
                </a:xfrm>
                <a:prstGeom prst="triangle">
                  <a:avLst/>
                </a:prstGeom>
                <a:blipFill>
                  <a:blip r:embed="rId13"/>
                  <a:stretch>
                    <a:fillRect/>
                  </a:stretch>
                </a:blipFill>
                <a:ln w="19050">
                  <a:solidFill>
                    <a:schemeClr val="accent1">
                      <a:lumMod val="50000"/>
                    </a:schemeClr>
                  </a:solidFill>
                </a:ln>
              </p:spPr>
              <p:txBody>
                <a:bodyPr/>
                <a:lstStyle/>
                <a:p>
                  <a:r>
                    <a:rPr lang="en-US">
                      <a:noFill/>
                    </a:rPr>
                    <a:t> </a:t>
                  </a:r>
                </a:p>
              </p:txBody>
            </p:sp>
          </mc:Fallback>
        </mc:AlternateContent>
      </p:grpSp>
      <p:sp>
        <p:nvSpPr>
          <p:cNvPr id="109" name="Arrow: Right 108">
            <a:extLst>
              <a:ext uri="{FF2B5EF4-FFF2-40B4-BE49-F238E27FC236}">
                <a16:creationId xmlns:a16="http://schemas.microsoft.com/office/drawing/2014/main" id="{CCBE8CB2-D517-DD41-8BEA-F07F0995C13D}"/>
              </a:ext>
            </a:extLst>
          </p:cNvPr>
          <p:cNvSpPr/>
          <p:nvPr/>
        </p:nvSpPr>
        <p:spPr>
          <a:xfrm>
            <a:off x="9838676" y="395018"/>
            <a:ext cx="690130" cy="157139"/>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68E42E78-9D7B-9066-BED1-F65805EF9360}"/>
              </a:ext>
            </a:extLst>
          </p:cNvPr>
          <p:cNvSpPr txBox="1"/>
          <p:nvPr/>
        </p:nvSpPr>
        <p:spPr>
          <a:xfrm>
            <a:off x="9725394" y="166185"/>
            <a:ext cx="916694" cy="253916"/>
          </a:xfrm>
          <a:prstGeom prst="rect">
            <a:avLst/>
          </a:prstGeom>
          <a:noFill/>
        </p:spPr>
        <p:txBody>
          <a:bodyPr wrap="square" rtlCol="0">
            <a:spAutoFit/>
          </a:bodyPr>
          <a:lstStyle/>
          <a:p>
            <a:r>
              <a:rPr lang="en-US" sz="1050" dirty="0">
                <a:solidFill>
                  <a:schemeClr val="accent4"/>
                </a:solidFill>
              </a:rPr>
              <a:t>Rotate Right</a:t>
            </a:r>
          </a:p>
        </p:txBody>
      </p:sp>
      <p:sp>
        <p:nvSpPr>
          <p:cNvPr id="111" name="Arrow: Right 110">
            <a:extLst>
              <a:ext uri="{FF2B5EF4-FFF2-40B4-BE49-F238E27FC236}">
                <a16:creationId xmlns:a16="http://schemas.microsoft.com/office/drawing/2014/main" id="{D63BBE20-94C8-1EBF-B015-F26A619A785D}"/>
              </a:ext>
            </a:extLst>
          </p:cNvPr>
          <p:cNvSpPr/>
          <p:nvPr/>
        </p:nvSpPr>
        <p:spPr>
          <a:xfrm flipH="1">
            <a:off x="9759046" y="608968"/>
            <a:ext cx="693416" cy="17444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2" name="TextBox 111">
            <a:extLst>
              <a:ext uri="{FF2B5EF4-FFF2-40B4-BE49-F238E27FC236}">
                <a16:creationId xmlns:a16="http://schemas.microsoft.com/office/drawing/2014/main" id="{4F3CE3F9-48D1-D6E6-55E6-FEF026D36620}"/>
              </a:ext>
            </a:extLst>
          </p:cNvPr>
          <p:cNvSpPr txBox="1"/>
          <p:nvPr/>
        </p:nvSpPr>
        <p:spPr>
          <a:xfrm>
            <a:off x="9746914" y="769094"/>
            <a:ext cx="916694" cy="253916"/>
          </a:xfrm>
          <a:prstGeom prst="rect">
            <a:avLst/>
          </a:prstGeom>
          <a:noFill/>
        </p:spPr>
        <p:txBody>
          <a:bodyPr wrap="square" rtlCol="0">
            <a:spAutoFit/>
          </a:bodyPr>
          <a:lstStyle/>
          <a:p>
            <a:r>
              <a:rPr lang="en-US" sz="1050" dirty="0">
                <a:solidFill>
                  <a:schemeClr val="accent2"/>
                </a:solidFill>
              </a:rPr>
              <a:t>Rotate Left</a:t>
            </a:r>
          </a:p>
        </p:txBody>
      </p:sp>
      <p:sp>
        <p:nvSpPr>
          <p:cNvPr id="122" name="TextBox 121">
            <a:extLst>
              <a:ext uri="{FF2B5EF4-FFF2-40B4-BE49-F238E27FC236}">
                <a16:creationId xmlns:a16="http://schemas.microsoft.com/office/drawing/2014/main" id="{38A5684A-DE94-1D05-7E85-27C2A9E33156}"/>
              </a:ext>
            </a:extLst>
          </p:cNvPr>
          <p:cNvSpPr txBox="1"/>
          <p:nvPr/>
        </p:nvSpPr>
        <p:spPr>
          <a:xfrm>
            <a:off x="8456550" y="3237873"/>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
        <p:nvSpPr>
          <p:cNvPr id="123" name="TextBox 122">
            <a:extLst>
              <a:ext uri="{FF2B5EF4-FFF2-40B4-BE49-F238E27FC236}">
                <a16:creationId xmlns:a16="http://schemas.microsoft.com/office/drawing/2014/main" id="{DB64892E-B816-98F9-4FCB-3C520CD311A1}"/>
              </a:ext>
            </a:extLst>
          </p:cNvPr>
          <p:cNvSpPr txBox="1"/>
          <p:nvPr/>
        </p:nvSpPr>
        <p:spPr>
          <a:xfrm>
            <a:off x="4853651" y="3268282"/>
            <a:ext cx="349645" cy="307777"/>
          </a:xfrm>
          <a:prstGeom prst="rect">
            <a:avLst/>
          </a:prstGeom>
          <a:noFill/>
        </p:spPr>
        <p:txBody>
          <a:bodyPr wrap="square" rtlCol="0">
            <a:spAutoFit/>
          </a:bodyPr>
          <a:lstStyle/>
          <a:p>
            <a:r>
              <a:rPr lang="en-US" sz="1400" dirty="0">
                <a:solidFill>
                  <a:schemeClr val="accent2"/>
                </a:solidFill>
              </a:rPr>
              <a:t>2</a:t>
            </a:r>
            <a:endParaRPr lang="en-US" sz="2000" dirty="0">
              <a:solidFill>
                <a:schemeClr val="accent2"/>
              </a:solidFill>
            </a:endParaRPr>
          </a:p>
        </p:txBody>
      </p:sp>
      <p:sp>
        <p:nvSpPr>
          <p:cNvPr id="124" name="TextBox 123">
            <a:extLst>
              <a:ext uri="{FF2B5EF4-FFF2-40B4-BE49-F238E27FC236}">
                <a16:creationId xmlns:a16="http://schemas.microsoft.com/office/drawing/2014/main" id="{4D894896-26C6-A24F-9A6B-456BAC5AE16F}"/>
              </a:ext>
            </a:extLst>
          </p:cNvPr>
          <p:cNvSpPr txBox="1"/>
          <p:nvPr/>
        </p:nvSpPr>
        <p:spPr>
          <a:xfrm>
            <a:off x="5494786" y="3880572"/>
            <a:ext cx="349645" cy="307777"/>
          </a:xfrm>
          <a:prstGeom prst="rect">
            <a:avLst/>
          </a:prstGeom>
          <a:noFill/>
        </p:spPr>
        <p:txBody>
          <a:bodyPr wrap="square" rtlCol="0">
            <a:spAutoFit/>
          </a:bodyPr>
          <a:lstStyle/>
          <a:p>
            <a:r>
              <a:rPr lang="en-US" sz="1400" dirty="0">
                <a:solidFill>
                  <a:schemeClr val="accent6"/>
                </a:solidFill>
              </a:rPr>
              <a:t>1</a:t>
            </a:r>
            <a:endParaRPr lang="en-US" sz="2000" dirty="0">
              <a:solidFill>
                <a:schemeClr val="accent6"/>
              </a:solidFill>
            </a:endParaRPr>
          </a:p>
        </p:txBody>
      </p:sp>
      <p:sp>
        <p:nvSpPr>
          <p:cNvPr id="125" name="TextBox 124">
            <a:extLst>
              <a:ext uri="{FF2B5EF4-FFF2-40B4-BE49-F238E27FC236}">
                <a16:creationId xmlns:a16="http://schemas.microsoft.com/office/drawing/2014/main" id="{EE828B5F-9961-B4E4-E992-1EA9E1AC6267}"/>
              </a:ext>
            </a:extLst>
          </p:cNvPr>
          <p:cNvSpPr txBox="1"/>
          <p:nvPr/>
        </p:nvSpPr>
        <p:spPr>
          <a:xfrm>
            <a:off x="5765845" y="4428136"/>
            <a:ext cx="349645" cy="307777"/>
          </a:xfrm>
          <a:prstGeom prst="rect">
            <a:avLst/>
          </a:prstGeom>
          <a:noFill/>
        </p:spPr>
        <p:txBody>
          <a:bodyPr wrap="square" rtlCol="0">
            <a:spAutoFit/>
          </a:bodyPr>
          <a:lstStyle/>
          <a:p>
            <a:r>
              <a:rPr lang="en-US" sz="1400" dirty="0">
                <a:solidFill>
                  <a:schemeClr val="accent6"/>
                </a:solidFill>
              </a:rPr>
              <a:t>0</a:t>
            </a:r>
            <a:endParaRPr lang="en-US" sz="2000" dirty="0">
              <a:solidFill>
                <a:schemeClr val="accent6"/>
              </a:solidFill>
            </a:endParaRPr>
          </a:p>
        </p:txBody>
      </p:sp>
    </p:spTree>
    <p:extLst>
      <p:ext uri="{BB962C8B-B14F-4D97-AF65-F5344CB8AC3E}">
        <p14:creationId xmlns:p14="http://schemas.microsoft.com/office/powerpoint/2010/main" val="346032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fade">
                                      <p:cBhvr>
                                        <p:cTn id="10" dur="500"/>
                                        <p:tgtEl>
                                          <p:spTgt spid="55"/>
                                        </p:tgtEl>
                                      </p:cBhvr>
                                    </p:animEffect>
                                  </p:childTnLst>
                                </p:cTn>
                              </p:par>
                              <p:par>
                                <p:cTn id="11" presetID="10" presetClass="entr" presetSubtype="0"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animEffect transition="in" filter="fade">
                                      <p:cBhvr>
                                        <p:cTn id="13" dur="500"/>
                                        <p:tgtEl>
                                          <p:spTgt spid="75"/>
                                        </p:tgtEl>
                                      </p:cBhvr>
                                    </p:animEffect>
                                  </p:childTnLst>
                                </p:cTn>
                              </p:par>
                              <p:par>
                                <p:cTn id="14" presetID="10" presetClass="entr" presetSubtype="0" fill="hold" nodeType="withEffect">
                                  <p:stCondLst>
                                    <p:cond delay="0"/>
                                  </p:stCondLst>
                                  <p:childTnLst>
                                    <p:set>
                                      <p:cBhvr>
                                        <p:cTn id="15" dur="1" fill="hold">
                                          <p:stCondLst>
                                            <p:cond delay="0"/>
                                          </p:stCondLst>
                                        </p:cTn>
                                        <p:tgtEl>
                                          <p:spTgt spid="76"/>
                                        </p:tgtEl>
                                        <p:attrNameLst>
                                          <p:attrName>style.visibility</p:attrName>
                                        </p:attrNameLst>
                                      </p:cBhvr>
                                      <p:to>
                                        <p:strVal val="visible"/>
                                      </p:to>
                                    </p:set>
                                    <p:animEffect transition="in" filter="fade">
                                      <p:cBhvr>
                                        <p:cTn id="16" dur="500"/>
                                        <p:tgtEl>
                                          <p:spTgt spid="7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animEffect transition="in" filter="fade">
                                      <p:cBhvr>
                                        <p:cTn id="19" dur="500"/>
                                        <p:tgtEl>
                                          <p:spTgt spid="7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500"/>
                                        <p:tgtEl>
                                          <p:spTgt spid="7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9"/>
                                        </p:tgtEl>
                                        <p:attrNameLst>
                                          <p:attrName>style.visibility</p:attrName>
                                        </p:attrNameLst>
                                      </p:cBhvr>
                                      <p:to>
                                        <p:strVal val="visible"/>
                                      </p:to>
                                    </p:set>
                                    <p:animEffect transition="in" filter="fade">
                                      <p:cBhvr>
                                        <p:cTn id="25" dur="500"/>
                                        <p:tgtEl>
                                          <p:spTgt spid="7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3"/>
                                        </p:tgtEl>
                                        <p:attrNameLst>
                                          <p:attrName>style.visibility</p:attrName>
                                        </p:attrNameLst>
                                      </p:cBhvr>
                                      <p:to>
                                        <p:strVal val="visible"/>
                                      </p:to>
                                    </p:set>
                                    <p:animEffect transition="in" filter="fade">
                                      <p:cBhvr>
                                        <p:cTn id="28" dur="500"/>
                                        <p:tgtEl>
                                          <p:spTgt spid="12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4"/>
                                        </p:tgtEl>
                                        <p:attrNameLst>
                                          <p:attrName>style.visibility</p:attrName>
                                        </p:attrNameLst>
                                      </p:cBhvr>
                                      <p:to>
                                        <p:strVal val="visible"/>
                                      </p:to>
                                    </p:set>
                                    <p:animEffect transition="in" filter="fade">
                                      <p:cBhvr>
                                        <p:cTn id="31" dur="500"/>
                                        <p:tgtEl>
                                          <p:spTgt spid="1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5"/>
                                        </p:tgtEl>
                                        <p:attrNameLst>
                                          <p:attrName>style.visibility</p:attrName>
                                        </p:attrNameLst>
                                      </p:cBhvr>
                                      <p:to>
                                        <p:strVal val="visible"/>
                                      </p:to>
                                    </p:set>
                                    <p:animEffect transition="in" filter="fade">
                                      <p:cBhvr>
                                        <p:cTn id="34" dur="500"/>
                                        <p:tgtEl>
                                          <p:spTgt spid="1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7"/>
                                        </p:tgtEl>
                                        <p:attrNameLst>
                                          <p:attrName>style.visibility</p:attrName>
                                        </p:attrNameLst>
                                      </p:cBhvr>
                                      <p:to>
                                        <p:strVal val="visible"/>
                                      </p:to>
                                    </p:set>
                                    <p:animEffect transition="in" filter="fade">
                                      <p:cBhvr>
                                        <p:cTn id="42" dur="500"/>
                                        <p:tgtEl>
                                          <p:spTgt spid="87"/>
                                        </p:tgtEl>
                                      </p:cBhvr>
                                    </p:animEffect>
                                  </p:childTnLst>
                                </p:cTn>
                              </p:par>
                              <p:par>
                                <p:cTn id="43" presetID="10" presetClass="entr" presetSubtype="0" fill="hold" nodeType="withEffect">
                                  <p:stCondLst>
                                    <p:cond delay="0"/>
                                  </p:stCondLst>
                                  <p:childTnLst>
                                    <p:set>
                                      <p:cBhvr>
                                        <p:cTn id="44" dur="1" fill="hold">
                                          <p:stCondLst>
                                            <p:cond delay="0"/>
                                          </p:stCondLst>
                                        </p:cTn>
                                        <p:tgtEl>
                                          <p:spTgt spid="98"/>
                                        </p:tgtEl>
                                        <p:attrNameLst>
                                          <p:attrName>style.visibility</p:attrName>
                                        </p:attrNameLst>
                                      </p:cBhvr>
                                      <p:to>
                                        <p:strVal val="visible"/>
                                      </p:to>
                                    </p:set>
                                    <p:animEffect transition="in" filter="fade">
                                      <p:cBhvr>
                                        <p:cTn id="45" dur="500"/>
                                        <p:tgtEl>
                                          <p:spTgt spid="9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9"/>
                                        </p:tgtEl>
                                        <p:attrNameLst>
                                          <p:attrName>style.visibility</p:attrName>
                                        </p:attrNameLst>
                                      </p:cBhvr>
                                      <p:to>
                                        <p:strVal val="visible"/>
                                      </p:to>
                                    </p:set>
                                    <p:animEffect transition="in" filter="fade">
                                      <p:cBhvr>
                                        <p:cTn id="48" dur="500"/>
                                        <p:tgtEl>
                                          <p:spTgt spid="10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10"/>
                                        </p:tgtEl>
                                        <p:attrNameLst>
                                          <p:attrName>style.visibility</p:attrName>
                                        </p:attrNameLst>
                                      </p:cBhvr>
                                      <p:to>
                                        <p:strVal val="visible"/>
                                      </p:to>
                                    </p:set>
                                    <p:animEffect transition="in" filter="fade">
                                      <p:cBhvr>
                                        <p:cTn id="51" dur="500"/>
                                        <p:tgtEl>
                                          <p:spTgt spid="11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11"/>
                                        </p:tgtEl>
                                        <p:attrNameLst>
                                          <p:attrName>style.visibility</p:attrName>
                                        </p:attrNameLst>
                                      </p:cBhvr>
                                      <p:to>
                                        <p:strVal val="visible"/>
                                      </p:to>
                                    </p:set>
                                    <p:animEffect transition="in" filter="fade">
                                      <p:cBhvr>
                                        <p:cTn id="54" dur="500"/>
                                        <p:tgtEl>
                                          <p:spTgt spid="11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12"/>
                                        </p:tgtEl>
                                        <p:attrNameLst>
                                          <p:attrName>style.visibility</p:attrName>
                                        </p:attrNameLst>
                                      </p:cBhvr>
                                      <p:to>
                                        <p:strVal val="visible"/>
                                      </p:to>
                                    </p:set>
                                    <p:animEffect transition="in" filter="fade">
                                      <p:cBhvr>
                                        <p:cTn id="57" dur="500"/>
                                        <p:tgtEl>
                                          <p:spTgt spid="1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fade">
                                      <p:cBhvr>
                                        <p:cTn id="62" dur="500"/>
                                        <p:tgtEl>
                                          <p:spTgt spid="4"/>
                                        </p:tgtEl>
                                      </p:cBhvr>
                                    </p:animEffect>
                                  </p:childTnLst>
                                </p:cTn>
                              </p:par>
                              <p:par>
                                <p:cTn id="63" presetID="10" presetClass="entr" presetSubtype="0" fill="hold"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00"/>
                                        <p:tgtEl>
                                          <p:spTgt spid="3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500"/>
                                        <p:tgtEl>
                                          <p:spTgt spid="35"/>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fade">
                                      <p:cBhvr>
                                        <p:cTn id="79" dur="500"/>
                                        <p:tgtEl>
                                          <p:spTgt spid="116"/>
                                        </p:tgtEl>
                                      </p:cBhvr>
                                    </p:animEffect>
                                  </p:childTnLst>
                                </p:cTn>
                              </p:par>
                              <p:par>
                                <p:cTn id="80" presetID="10" presetClass="entr" presetSubtype="0" fill="hold" nodeType="with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500"/>
                                        <p:tgtEl>
                                          <p:spTgt spid="36"/>
                                        </p:tgtEl>
                                      </p:cBhvr>
                                    </p:animEffect>
                                  </p:childTnLst>
                                </p:cTn>
                              </p:par>
                              <p:par>
                                <p:cTn id="83" presetID="10" presetClass="entr" presetSubtype="0" fill="hold" nodeType="with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500"/>
                                        <p:tgtEl>
                                          <p:spTgt spid="37"/>
                                        </p:tgtEl>
                                      </p:cBhvr>
                                    </p:animEffect>
                                  </p:childTnLst>
                                </p:cTn>
                              </p:par>
                              <p:par>
                                <p:cTn id="86" presetID="10" presetClass="entr" presetSubtype="0" fill="hold"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500"/>
                                        <p:tgtEl>
                                          <p:spTgt spid="39"/>
                                        </p:tgtEl>
                                      </p:cBhvr>
                                    </p:animEffect>
                                  </p:childTnLst>
                                </p:cTn>
                              </p:par>
                              <p:par>
                                <p:cTn id="89" presetID="10" presetClass="entr" presetSubtype="0" fill="hold" nodeType="with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500"/>
                                        <p:tgtEl>
                                          <p:spTgt spid="4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500"/>
                                        <p:tgtEl>
                                          <p:spTgt spid="4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500"/>
                                        <p:tgtEl>
                                          <p:spTgt spid="4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500"/>
                                        <p:tgtEl>
                                          <p:spTgt spid="4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500"/>
                                        <p:tgtEl>
                                          <p:spTgt spid="4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fade">
                                      <p:cBhvr>
                                        <p:cTn id="106" dur="500"/>
                                        <p:tgtEl>
                                          <p:spTgt spid="4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500"/>
                                        <p:tgtEl>
                                          <p:spTgt spid="5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fade">
                                      <p:cBhvr>
                                        <p:cTn id="112" dur="500"/>
                                        <p:tgtEl>
                                          <p:spTgt spid="5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3"/>
                                        </p:tgtEl>
                                        <p:attrNameLst>
                                          <p:attrName>style.visibility</p:attrName>
                                        </p:attrNameLst>
                                      </p:cBhvr>
                                      <p:to>
                                        <p:strVal val="visible"/>
                                      </p:to>
                                    </p:set>
                                    <p:animEffect transition="in" filter="fade">
                                      <p:cBhvr>
                                        <p:cTn id="115" dur="500"/>
                                        <p:tgtEl>
                                          <p:spTgt spid="53"/>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56"/>
                                        </p:tgtEl>
                                        <p:attrNameLst>
                                          <p:attrName>style.visibility</p:attrName>
                                        </p:attrNameLst>
                                      </p:cBhvr>
                                      <p:to>
                                        <p:strVal val="visible"/>
                                      </p:to>
                                    </p:set>
                                    <p:animEffect transition="in" filter="fade">
                                      <p:cBhvr>
                                        <p:cTn id="118" dur="500"/>
                                        <p:tgtEl>
                                          <p:spTgt spid="56"/>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500"/>
                                        <p:tgtEl>
                                          <p:spTgt spid="58"/>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22"/>
                                        </p:tgtEl>
                                        <p:attrNameLst>
                                          <p:attrName>style.visibility</p:attrName>
                                        </p:attrNameLst>
                                      </p:cBhvr>
                                      <p:to>
                                        <p:strVal val="visible"/>
                                      </p:to>
                                    </p:set>
                                    <p:animEffect transition="in" filter="fade">
                                      <p:cBhvr>
                                        <p:cTn id="124"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32" grpId="0" animBg="1"/>
      <p:bldP spid="33" grpId="0" animBg="1"/>
      <p:bldP spid="34" grpId="0" animBg="1"/>
      <p:bldP spid="35" grpId="0" animBg="1"/>
      <p:bldP spid="42" grpId="0" animBg="1"/>
      <p:bldP spid="44" grpId="0" animBg="1"/>
      <p:bldP spid="45" grpId="0" animBg="1"/>
      <p:bldP spid="46" grpId="0"/>
      <p:bldP spid="49" grpId="0"/>
      <p:bldP spid="50" grpId="0" animBg="1"/>
      <p:bldP spid="51" grpId="0" animBg="1"/>
      <p:bldP spid="53" grpId="0" animBg="1"/>
      <p:bldP spid="55" grpId="0" animBg="1"/>
      <p:bldP spid="56" grpId="0" animBg="1"/>
      <p:bldP spid="57" grpId="0" animBg="1"/>
      <p:bldP spid="58" grpId="0" animBg="1"/>
      <p:bldP spid="77" grpId="0" animBg="1"/>
      <p:bldP spid="78" grpId="0" animBg="1"/>
      <p:bldP spid="79" grpId="0" animBg="1"/>
      <p:bldP spid="109" grpId="0" animBg="1"/>
      <p:bldP spid="110" grpId="0"/>
      <p:bldP spid="111" grpId="0" animBg="1"/>
      <p:bldP spid="112" grpId="0"/>
      <p:bldP spid="122" grpId="0"/>
      <p:bldP spid="123" grpId="0"/>
      <p:bldP spid="124" grpId="0"/>
      <p:bldP spid="1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68C6E-7448-8D46-A846-B310D73C7932}"/>
              </a:ext>
            </a:extLst>
          </p:cNvPr>
          <p:cNvSpPr>
            <a:spLocks noGrp="1"/>
          </p:cNvSpPr>
          <p:nvPr>
            <p:ph type="title"/>
          </p:nvPr>
        </p:nvSpPr>
        <p:spPr/>
        <p:txBody>
          <a:bodyPr/>
          <a:lstStyle/>
          <a:p>
            <a:r>
              <a:rPr lang="en-US" dirty="0"/>
              <a:t>Rotation Summary</a:t>
            </a:r>
          </a:p>
        </p:txBody>
      </p:sp>
      <p:graphicFrame>
        <p:nvGraphicFramePr>
          <p:cNvPr id="4" name="Content Placeholder 3">
            <a:extLst>
              <a:ext uri="{FF2B5EF4-FFF2-40B4-BE49-F238E27FC236}">
                <a16:creationId xmlns:a16="http://schemas.microsoft.com/office/drawing/2014/main" id="{1556F617-625C-8F49-0CB1-0F6E040D63FD}"/>
              </a:ext>
            </a:extLst>
          </p:cNvPr>
          <p:cNvGraphicFramePr>
            <a:graphicFrameLocks noGrp="1"/>
          </p:cNvGraphicFramePr>
          <p:nvPr>
            <p:ph idx="1"/>
            <p:extLst>
              <p:ext uri="{D42A27DB-BD31-4B8C-83A1-F6EECF244321}">
                <p14:modId xmlns:p14="http://schemas.microsoft.com/office/powerpoint/2010/main" val="3387190025"/>
              </p:ext>
            </p:extLst>
          </p:nvPr>
        </p:nvGraphicFramePr>
        <p:xfrm>
          <a:off x="159389" y="2537553"/>
          <a:ext cx="8435133" cy="4177833"/>
        </p:xfrm>
        <a:graphic>
          <a:graphicData uri="http://schemas.openxmlformats.org/drawingml/2006/table">
            <a:tbl>
              <a:tblPr firstRow="1">
                <a:tableStyleId>{EB344D84-9AFB-497E-A393-DC336BA19D2E}</a:tableStyleId>
              </a:tblPr>
              <a:tblGrid>
                <a:gridCol w="1562363">
                  <a:extLst>
                    <a:ext uri="{9D8B030D-6E8A-4147-A177-3AD203B41FA5}">
                      <a16:colId xmlns:a16="http://schemas.microsoft.com/office/drawing/2014/main" val="4080548187"/>
                    </a:ext>
                  </a:extLst>
                </a:gridCol>
                <a:gridCol w="1886167">
                  <a:extLst>
                    <a:ext uri="{9D8B030D-6E8A-4147-A177-3AD203B41FA5}">
                      <a16:colId xmlns:a16="http://schemas.microsoft.com/office/drawing/2014/main" val="52561801"/>
                    </a:ext>
                  </a:extLst>
                </a:gridCol>
                <a:gridCol w="1331650">
                  <a:extLst>
                    <a:ext uri="{9D8B030D-6E8A-4147-A177-3AD203B41FA5}">
                      <a16:colId xmlns:a16="http://schemas.microsoft.com/office/drawing/2014/main" val="3950702588"/>
                    </a:ext>
                  </a:extLst>
                </a:gridCol>
                <a:gridCol w="3654953">
                  <a:extLst>
                    <a:ext uri="{9D8B030D-6E8A-4147-A177-3AD203B41FA5}">
                      <a16:colId xmlns:a16="http://schemas.microsoft.com/office/drawing/2014/main" val="2079101128"/>
                    </a:ext>
                  </a:extLst>
                </a:gridCol>
              </a:tblGrid>
              <a:tr h="528565">
                <a:tc>
                  <a:txBody>
                    <a:bodyPr/>
                    <a:lstStyle/>
                    <a:p>
                      <a:r>
                        <a:rPr lang="en-US" dirty="0"/>
                        <a:t>Balance Value</a:t>
                      </a:r>
                    </a:p>
                  </a:txBody>
                  <a:tcP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solidFill>
                  </a:tcPr>
                </a:tc>
                <a:tc>
                  <a:txBody>
                    <a:bodyPr/>
                    <a:lstStyle/>
                    <a:p>
                      <a:r>
                        <a:rPr lang="en-US" dirty="0"/>
                        <a:t>Case</a:t>
                      </a:r>
                    </a:p>
                  </a:txBody>
                  <a:tcP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solidFill>
                  </a:tcPr>
                </a:tc>
                <a:tc>
                  <a:txBody>
                    <a:bodyPr/>
                    <a:lstStyle/>
                    <a:p>
                      <a:r>
                        <a:rPr lang="en-US" dirty="0"/>
                        <a:t>Example</a:t>
                      </a:r>
                    </a:p>
                  </a:txBody>
                  <a:tcP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solidFill>
                  </a:tcPr>
                </a:tc>
                <a:tc>
                  <a:txBody>
                    <a:bodyPr/>
                    <a:lstStyle/>
                    <a:p>
                      <a:r>
                        <a:rPr lang="en-US" dirty="0"/>
                        <a:t>Fix</a:t>
                      </a:r>
                    </a:p>
                  </a:txBody>
                  <a:tcP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2747311844"/>
                  </a:ext>
                </a:extLst>
              </a:tr>
              <a:tr h="912317">
                <a:tc rowSpan="2">
                  <a:txBody>
                    <a:bodyPr/>
                    <a:lstStyle/>
                    <a:p>
                      <a:r>
                        <a:rPr lang="th-TH" dirty="0"/>
                        <a:t>-</a:t>
                      </a:r>
                      <a:r>
                        <a:rPr lang="en-US" dirty="0"/>
                        <a:t>2 </a:t>
                      </a:r>
                      <a:br>
                        <a:rPr lang="en-US" dirty="0"/>
                      </a:br>
                      <a:r>
                        <a:rPr lang="en-US" dirty="0"/>
                        <a:t>(Left Heavy)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t>Balance Value of Left Child is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accent5"/>
                          </a:solidFill>
                        </a:rPr>
                        <a:t>Rotate Right </a:t>
                      </a:r>
                      <a:r>
                        <a:rPr lang="en-US" dirty="0"/>
                        <a:t>at the node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36812219"/>
                  </a:ext>
                </a:extLst>
              </a:tr>
              <a:tr h="912317">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Balance Value of Left Child is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accent6">
                              <a:lumMod val="75000"/>
                            </a:schemeClr>
                          </a:solidFill>
                        </a:rPr>
                        <a:t>Rotate Left </a:t>
                      </a:r>
                      <a:r>
                        <a:rPr lang="en-US" dirty="0"/>
                        <a:t>at the left child then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accent5"/>
                          </a:solidFill>
                        </a:rPr>
                        <a:t>Rotate Right </a:t>
                      </a:r>
                      <a:r>
                        <a:rPr lang="en-US" dirty="0"/>
                        <a:t>at the node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05251168"/>
                  </a:ext>
                </a:extLst>
              </a:tr>
              <a:tr h="91231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a:t>
                      </a:r>
                      <a:br>
                        <a:rPr lang="en-US" dirty="0"/>
                      </a:br>
                      <a:r>
                        <a:rPr lang="en-US" dirty="0"/>
                        <a:t>(Right Heavy)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t>Balance Value of Right Child is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dirty="0">
                          <a:solidFill>
                            <a:schemeClr val="accent6">
                              <a:lumMod val="75000"/>
                            </a:schemeClr>
                          </a:solidFill>
                        </a:rPr>
                        <a:t>Rotate Left </a:t>
                      </a:r>
                      <a:r>
                        <a:rPr lang="en-US" dirty="0"/>
                        <a:t>at the node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70587088"/>
                  </a:ext>
                </a:extLst>
              </a:tr>
              <a:tr h="912317">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Balance Value of Right Child is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accent5"/>
                          </a:solidFill>
                        </a:rPr>
                        <a:t>Rotate Right </a:t>
                      </a:r>
                      <a:r>
                        <a:rPr lang="en-US" dirty="0"/>
                        <a:t>at the right child then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accent6">
                              <a:lumMod val="75000"/>
                            </a:schemeClr>
                          </a:solidFill>
                        </a:rPr>
                        <a:t>Rotate Left</a:t>
                      </a:r>
                      <a:r>
                        <a:rPr lang="en-US" dirty="0"/>
                        <a:t> at the node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99677328"/>
                  </a:ext>
                </a:extLst>
              </a:tr>
            </a:tbl>
          </a:graphicData>
        </a:graphic>
      </p:graphicFrame>
      <p:cxnSp>
        <p:nvCxnSpPr>
          <p:cNvPr id="3" name="Straight Connector 2">
            <a:extLst>
              <a:ext uri="{FF2B5EF4-FFF2-40B4-BE49-F238E27FC236}">
                <a16:creationId xmlns:a16="http://schemas.microsoft.com/office/drawing/2014/main" id="{3E6D83F3-7EB8-9185-6F1B-FCABDAAF79AC}"/>
              </a:ext>
            </a:extLst>
          </p:cNvPr>
          <p:cNvCxnSpPr>
            <a:cxnSpLocks/>
            <a:stCxn id="8" idx="1"/>
            <a:endCxn id="7" idx="1"/>
          </p:cNvCxnSpPr>
          <p:nvPr/>
        </p:nvCxnSpPr>
        <p:spPr>
          <a:xfrm flipV="1">
            <a:off x="3933634" y="3544396"/>
            <a:ext cx="156433" cy="2878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D8FADA4-5696-0AC2-73C6-36F3D8BED03C}"/>
              </a:ext>
            </a:extLst>
          </p:cNvPr>
          <p:cNvCxnSpPr>
            <a:cxnSpLocks/>
            <a:stCxn id="7" idx="1"/>
            <a:endCxn id="6" idx="1"/>
          </p:cNvCxnSpPr>
          <p:nvPr/>
        </p:nvCxnSpPr>
        <p:spPr>
          <a:xfrm flipV="1">
            <a:off x="4090067" y="3256517"/>
            <a:ext cx="169474" cy="2878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Arc 5">
            <a:extLst>
              <a:ext uri="{FF2B5EF4-FFF2-40B4-BE49-F238E27FC236}">
                <a16:creationId xmlns:a16="http://schemas.microsoft.com/office/drawing/2014/main" id="{7095F6A2-3D6A-1517-B26F-D5C4569185B4}"/>
              </a:ext>
            </a:extLst>
          </p:cNvPr>
          <p:cNvSpPr/>
          <p:nvPr/>
        </p:nvSpPr>
        <p:spPr>
          <a:xfrm>
            <a:off x="4159602" y="315657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7" name="Arc 6">
            <a:extLst>
              <a:ext uri="{FF2B5EF4-FFF2-40B4-BE49-F238E27FC236}">
                <a16:creationId xmlns:a16="http://schemas.microsoft.com/office/drawing/2014/main" id="{04C57130-1F2F-282A-0942-16732DCD543B}"/>
              </a:ext>
            </a:extLst>
          </p:cNvPr>
          <p:cNvSpPr/>
          <p:nvPr/>
        </p:nvSpPr>
        <p:spPr>
          <a:xfrm>
            <a:off x="3990128" y="34444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8" name="Arc 7">
            <a:extLst>
              <a:ext uri="{FF2B5EF4-FFF2-40B4-BE49-F238E27FC236}">
                <a16:creationId xmlns:a16="http://schemas.microsoft.com/office/drawing/2014/main" id="{09A52D33-9467-7879-ED29-FF458C742016}"/>
              </a:ext>
            </a:extLst>
          </p:cNvPr>
          <p:cNvSpPr/>
          <p:nvPr/>
        </p:nvSpPr>
        <p:spPr>
          <a:xfrm>
            <a:off x="3833695" y="373233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16" name="Straight Connector 15">
            <a:extLst>
              <a:ext uri="{FF2B5EF4-FFF2-40B4-BE49-F238E27FC236}">
                <a16:creationId xmlns:a16="http://schemas.microsoft.com/office/drawing/2014/main" id="{D0E51B46-B3A7-B9B0-B1A5-BE4A78EC0DCB}"/>
              </a:ext>
            </a:extLst>
          </p:cNvPr>
          <p:cNvCxnSpPr>
            <a:cxnSpLocks/>
            <a:stCxn id="20" idx="1"/>
            <a:endCxn id="19" idx="1"/>
          </p:cNvCxnSpPr>
          <p:nvPr/>
        </p:nvCxnSpPr>
        <p:spPr>
          <a:xfrm flipH="1" flipV="1">
            <a:off x="4090067" y="4456717"/>
            <a:ext cx="107525" cy="2878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3D818F3-432B-EB4B-4B1A-0E88C6CC461B}"/>
              </a:ext>
            </a:extLst>
          </p:cNvPr>
          <p:cNvCxnSpPr>
            <a:cxnSpLocks/>
            <a:stCxn id="19" idx="1"/>
            <a:endCxn id="18" idx="1"/>
          </p:cNvCxnSpPr>
          <p:nvPr/>
        </p:nvCxnSpPr>
        <p:spPr>
          <a:xfrm flipV="1">
            <a:off x="4090067" y="4168838"/>
            <a:ext cx="169474" cy="2878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Arc 17">
            <a:extLst>
              <a:ext uri="{FF2B5EF4-FFF2-40B4-BE49-F238E27FC236}">
                <a16:creationId xmlns:a16="http://schemas.microsoft.com/office/drawing/2014/main" id="{61CA4A20-9302-7770-3437-80150F1DE834}"/>
              </a:ext>
            </a:extLst>
          </p:cNvPr>
          <p:cNvSpPr/>
          <p:nvPr/>
        </p:nvSpPr>
        <p:spPr>
          <a:xfrm>
            <a:off x="4159602" y="40688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19" name="Arc 18">
            <a:extLst>
              <a:ext uri="{FF2B5EF4-FFF2-40B4-BE49-F238E27FC236}">
                <a16:creationId xmlns:a16="http://schemas.microsoft.com/office/drawing/2014/main" id="{2FF81F26-0BC8-C342-61F1-B548633AE3C4}"/>
              </a:ext>
            </a:extLst>
          </p:cNvPr>
          <p:cNvSpPr/>
          <p:nvPr/>
        </p:nvSpPr>
        <p:spPr>
          <a:xfrm>
            <a:off x="3990128" y="435677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20" name="Arc 19">
            <a:extLst>
              <a:ext uri="{FF2B5EF4-FFF2-40B4-BE49-F238E27FC236}">
                <a16:creationId xmlns:a16="http://schemas.microsoft.com/office/drawing/2014/main" id="{C7663A14-8A40-4695-3637-75EBF9F482CE}"/>
              </a:ext>
            </a:extLst>
          </p:cNvPr>
          <p:cNvSpPr/>
          <p:nvPr/>
        </p:nvSpPr>
        <p:spPr>
          <a:xfrm>
            <a:off x="4097653" y="46446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21" name="Straight Connector 20">
            <a:extLst>
              <a:ext uri="{FF2B5EF4-FFF2-40B4-BE49-F238E27FC236}">
                <a16:creationId xmlns:a16="http://schemas.microsoft.com/office/drawing/2014/main" id="{7F73D807-7776-9135-6BF3-56644D70EFBF}"/>
              </a:ext>
            </a:extLst>
          </p:cNvPr>
          <p:cNvCxnSpPr>
            <a:cxnSpLocks/>
            <a:stCxn id="25" idx="1"/>
            <a:endCxn id="24" idx="1"/>
          </p:cNvCxnSpPr>
          <p:nvPr/>
        </p:nvCxnSpPr>
        <p:spPr>
          <a:xfrm flipH="1" flipV="1">
            <a:off x="4459419" y="5357100"/>
            <a:ext cx="199878" cy="2878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66C55AC-DE18-FFFF-F2F1-A52307D061CC}"/>
              </a:ext>
            </a:extLst>
          </p:cNvPr>
          <p:cNvCxnSpPr>
            <a:cxnSpLocks/>
            <a:stCxn id="24" idx="1"/>
            <a:endCxn id="23" idx="1"/>
          </p:cNvCxnSpPr>
          <p:nvPr/>
        </p:nvCxnSpPr>
        <p:spPr>
          <a:xfrm flipH="1" flipV="1">
            <a:off x="4259541" y="5069221"/>
            <a:ext cx="199878" cy="2878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F199F21B-5451-AE68-0CBD-E6DE1A8FBEAA}"/>
              </a:ext>
            </a:extLst>
          </p:cNvPr>
          <p:cNvSpPr/>
          <p:nvPr/>
        </p:nvSpPr>
        <p:spPr>
          <a:xfrm>
            <a:off x="4159602" y="496928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24" name="Arc 23">
            <a:extLst>
              <a:ext uri="{FF2B5EF4-FFF2-40B4-BE49-F238E27FC236}">
                <a16:creationId xmlns:a16="http://schemas.microsoft.com/office/drawing/2014/main" id="{76FC56F4-F1D0-1721-64CF-75460D1EF7AF}"/>
              </a:ext>
            </a:extLst>
          </p:cNvPr>
          <p:cNvSpPr/>
          <p:nvPr/>
        </p:nvSpPr>
        <p:spPr>
          <a:xfrm>
            <a:off x="4359480" y="525716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25" name="Arc 24">
            <a:extLst>
              <a:ext uri="{FF2B5EF4-FFF2-40B4-BE49-F238E27FC236}">
                <a16:creationId xmlns:a16="http://schemas.microsoft.com/office/drawing/2014/main" id="{700E5931-547F-90D6-3A4F-D6F99CB8F157}"/>
              </a:ext>
            </a:extLst>
          </p:cNvPr>
          <p:cNvSpPr/>
          <p:nvPr/>
        </p:nvSpPr>
        <p:spPr>
          <a:xfrm>
            <a:off x="4559358" y="5545040"/>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cxnSp>
        <p:nvCxnSpPr>
          <p:cNvPr id="26" name="Straight Connector 25">
            <a:extLst>
              <a:ext uri="{FF2B5EF4-FFF2-40B4-BE49-F238E27FC236}">
                <a16:creationId xmlns:a16="http://schemas.microsoft.com/office/drawing/2014/main" id="{44040CD1-4A7F-9FE9-04D2-BE87EB420A62}"/>
              </a:ext>
            </a:extLst>
          </p:cNvPr>
          <p:cNvCxnSpPr>
            <a:cxnSpLocks/>
            <a:stCxn id="30" idx="1"/>
            <a:endCxn id="29" idx="1"/>
          </p:cNvCxnSpPr>
          <p:nvPr/>
        </p:nvCxnSpPr>
        <p:spPr>
          <a:xfrm flipV="1">
            <a:off x="4359480" y="6264004"/>
            <a:ext cx="99939" cy="31381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5FADD15-5C37-78FC-C07E-AAFF4AC19F90}"/>
              </a:ext>
            </a:extLst>
          </p:cNvPr>
          <p:cNvCxnSpPr>
            <a:cxnSpLocks/>
            <a:stCxn id="29" idx="1"/>
            <a:endCxn id="28" idx="1"/>
          </p:cNvCxnSpPr>
          <p:nvPr/>
        </p:nvCxnSpPr>
        <p:spPr>
          <a:xfrm flipH="1" flipV="1">
            <a:off x="4259541" y="6002058"/>
            <a:ext cx="199878" cy="26194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8" name="Arc 27">
            <a:extLst>
              <a:ext uri="{FF2B5EF4-FFF2-40B4-BE49-F238E27FC236}">
                <a16:creationId xmlns:a16="http://schemas.microsoft.com/office/drawing/2014/main" id="{C53D0EDD-0787-358B-B5B1-E1BB8C844761}"/>
              </a:ext>
            </a:extLst>
          </p:cNvPr>
          <p:cNvSpPr/>
          <p:nvPr/>
        </p:nvSpPr>
        <p:spPr>
          <a:xfrm>
            <a:off x="4159602" y="590211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29" name="Arc 28">
            <a:extLst>
              <a:ext uri="{FF2B5EF4-FFF2-40B4-BE49-F238E27FC236}">
                <a16:creationId xmlns:a16="http://schemas.microsoft.com/office/drawing/2014/main" id="{7E1C4788-A06F-13A2-9C33-CB1B2A4930BA}"/>
              </a:ext>
            </a:extLst>
          </p:cNvPr>
          <p:cNvSpPr/>
          <p:nvPr/>
        </p:nvSpPr>
        <p:spPr>
          <a:xfrm>
            <a:off x="4359480" y="6164065"/>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30" name="Arc 29">
            <a:extLst>
              <a:ext uri="{FF2B5EF4-FFF2-40B4-BE49-F238E27FC236}">
                <a16:creationId xmlns:a16="http://schemas.microsoft.com/office/drawing/2014/main" id="{FDF53981-DAFA-3D9B-94AA-14B592015240}"/>
              </a:ext>
            </a:extLst>
          </p:cNvPr>
          <p:cNvSpPr/>
          <p:nvPr/>
        </p:nvSpPr>
        <p:spPr>
          <a:xfrm>
            <a:off x="4259541" y="647787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th-TH" sz="2000" dirty="0">
              <a:solidFill>
                <a:sysClr val="windowText" lastClr="000000"/>
              </a:solidFill>
            </a:endParaRPr>
          </a:p>
        </p:txBody>
      </p:sp>
      <p:sp>
        <p:nvSpPr>
          <p:cNvPr id="39" name="TextBox 38">
            <a:extLst>
              <a:ext uri="{FF2B5EF4-FFF2-40B4-BE49-F238E27FC236}">
                <a16:creationId xmlns:a16="http://schemas.microsoft.com/office/drawing/2014/main" id="{F8AC0287-7FF3-2F66-07E1-A89DA18992E0}"/>
              </a:ext>
            </a:extLst>
          </p:cNvPr>
          <p:cNvSpPr txBox="1"/>
          <p:nvPr/>
        </p:nvSpPr>
        <p:spPr>
          <a:xfrm>
            <a:off x="6943421" y="124802"/>
            <a:ext cx="5089190" cy="2862322"/>
          </a:xfrm>
          <a:prstGeom prst="rect">
            <a:avLst/>
          </a:prstGeom>
          <a:solidFill>
            <a:schemeClr val="bg1"/>
          </a:solidFill>
          <a:ln>
            <a:solidFill>
              <a:schemeClr val="accent3"/>
            </a:solidFill>
          </a:ln>
        </p:spPr>
        <p:txBody>
          <a:bodyPr wrap="square">
            <a:spAutoFit/>
          </a:bodyPr>
          <a:lstStyle/>
          <a:p>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rebalance</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balance</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balance_value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balance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2</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balance_value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1</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set_left</a:t>
            </a:r>
            <a:r>
              <a:rPr lang="en-US" sz="1200" b="0" dirty="0">
                <a:solidFill>
                  <a:srgbClr val="D4D4D4"/>
                </a:solidFill>
                <a:effectLst/>
                <a:latin typeface="Monaspace Neon" pitchFamily="50" charset="0"/>
              </a:rPr>
              <a:t>(</a:t>
            </a:r>
            <a:r>
              <a:rPr lang="en-US" sz="1200" b="0" dirty="0" err="1">
                <a:solidFill>
                  <a:srgbClr val="DCDCAA"/>
                </a:solidFill>
                <a:effectLst/>
                <a:latin typeface="Monaspace Neon" pitchFamily="50" charset="0"/>
              </a:rPr>
              <a:t>rotate_right_child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err="1">
                <a:solidFill>
                  <a:srgbClr val="DCDCAA"/>
                </a:solidFill>
                <a:effectLst/>
                <a:latin typeface="Monaspace Neon" pitchFamily="50" charset="0"/>
              </a:rPr>
              <a:t>rotate_left_child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balance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2</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balance_value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1</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set_right</a:t>
            </a:r>
            <a:r>
              <a:rPr lang="en-US" sz="1200" b="0" dirty="0">
                <a:solidFill>
                  <a:srgbClr val="D4D4D4"/>
                </a:solidFill>
                <a:effectLst/>
                <a:latin typeface="Monaspace Neon" pitchFamily="50" charset="0"/>
              </a:rPr>
              <a:t>(</a:t>
            </a:r>
            <a:r>
              <a:rPr lang="en-US" sz="1200" b="0" dirty="0" err="1">
                <a:solidFill>
                  <a:srgbClr val="DCDCAA"/>
                </a:solidFill>
                <a:effectLst/>
                <a:latin typeface="Monaspace Neon" pitchFamily="50" charset="0"/>
              </a:rPr>
              <a:t>rotate_left_child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err="1">
                <a:solidFill>
                  <a:srgbClr val="DCDCAA"/>
                </a:solidFill>
                <a:effectLst/>
                <a:latin typeface="Monaspace Neon" pitchFamily="50" charset="0"/>
              </a:rPr>
              <a:t>rotate_right_child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set_height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a:t>
            </a:r>
          </a:p>
        </p:txBody>
      </p:sp>
      <p:sp>
        <p:nvSpPr>
          <p:cNvPr id="42" name="Content Placeholder 2">
            <a:extLst>
              <a:ext uri="{FF2B5EF4-FFF2-40B4-BE49-F238E27FC236}">
                <a16:creationId xmlns:a16="http://schemas.microsoft.com/office/drawing/2014/main" id="{5FBC0128-2439-8A37-498B-429297D38910}"/>
              </a:ext>
            </a:extLst>
          </p:cNvPr>
          <p:cNvSpPr txBox="1">
            <a:spLocks/>
          </p:cNvSpPr>
          <p:nvPr/>
        </p:nvSpPr>
        <p:spPr>
          <a:xfrm>
            <a:off x="838200" y="1358781"/>
            <a:ext cx="5914938" cy="109729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35000"/>
              </a:lnSpc>
              <a:spcBef>
                <a:spcPts val="1000"/>
              </a:spcBef>
              <a:buFont typeface="Arial" panose="020B0604020202020204" pitchFamily="34" charset="0"/>
              <a:buChar char="•"/>
              <a:defRPr sz="2800" kern="1200">
                <a:solidFill>
                  <a:schemeClr val="tx1"/>
                </a:solidFill>
                <a:latin typeface="+mj-lt"/>
                <a:ea typeface="+mn-ea"/>
                <a:cs typeface="Sarabun Light" panose="00000400000000000000" pitchFamily="2" charset="-34"/>
              </a:defRPr>
            </a:lvl1pPr>
            <a:lvl2pPr marL="685800" indent="-228600" algn="l" defTabSz="914400" rtl="0" eaLnBrk="1" latinLnBrk="0" hangingPunct="1">
              <a:lnSpc>
                <a:spcPct val="135000"/>
              </a:lnSpc>
              <a:spcBef>
                <a:spcPts val="500"/>
              </a:spcBef>
              <a:buFont typeface="Arial" panose="020B0604020202020204" pitchFamily="34" charset="0"/>
              <a:buChar char="•"/>
              <a:defRPr sz="2400" kern="1200">
                <a:solidFill>
                  <a:schemeClr val="tx1"/>
                </a:solidFill>
                <a:latin typeface="+mj-lt"/>
                <a:ea typeface="+mn-ea"/>
                <a:cs typeface="Sarabun Light" panose="00000400000000000000" pitchFamily="2" charset="-34"/>
              </a:defRPr>
            </a:lvl2pPr>
            <a:lvl3pPr marL="1143000" indent="-228600" algn="l" defTabSz="914400" rtl="0" eaLnBrk="1" latinLnBrk="0" hangingPunct="1">
              <a:lnSpc>
                <a:spcPct val="135000"/>
              </a:lnSpc>
              <a:spcBef>
                <a:spcPts val="500"/>
              </a:spcBef>
              <a:buFont typeface="Arial" panose="020B0604020202020204" pitchFamily="34" charset="0"/>
              <a:buChar char="•"/>
              <a:defRPr sz="2000" kern="1200">
                <a:solidFill>
                  <a:schemeClr val="tx1"/>
                </a:solidFill>
                <a:latin typeface="+mj-lt"/>
                <a:ea typeface="+mn-ea"/>
                <a:cs typeface="Sarabun Light" panose="00000400000000000000" pitchFamily="2" charset="-34"/>
              </a:defRPr>
            </a:lvl3pPr>
            <a:lvl4pPr marL="1600200" indent="-228600" algn="l" defTabSz="914400" rtl="0" eaLnBrk="1" latinLnBrk="0" hangingPunct="1">
              <a:lnSpc>
                <a:spcPct val="135000"/>
              </a:lnSpc>
              <a:spcBef>
                <a:spcPts val="500"/>
              </a:spcBef>
              <a:buFont typeface="Arial" panose="020B0604020202020204" pitchFamily="34" charset="0"/>
              <a:buChar char="•"/>
              <a:defRPr sz="1800" kern="1200">
                <a:solidFill>
                  <a:schemeClr val="tx1"/>
                </a:solidFill>
                <a:latin typeface="+mj-lt"/>
                <a:ea typeface="+mn-ea"/>
                <a:cs typeface="Sarabun Light" panose="00000400000000000000" pitchFamily="2" charset="-34"/>
              </a:defRPr>
            </a:lvl4pPr>
            <a:lvl5pPr marL="2057400" indent="-228600" algn="l" defTabSz="914400" rtl="0" eaLnBrk="1" latinLnBrk="0" hangingPunct="1">
              <a:lnSpc>
                <a:spcPct val="135000"/>
              </a:lnSpc>
              <a:spcBef>
                <a:spcPts val="500"/>
              </a:spcBef>
              <a:buFont typeface="Arial" panose="020B0604020202020204" pitchFamily="34" charset="0"/>
              <a:buChar char="•"/>
              <a:defRPr sz="1800" kern="1200">
                <a:solidFill>
                  <a:schemeClr val="tx1"/>
                </a:solidFill>
                <a:latin typeface="+mj-lt"/>
                <a:ea typeface="+mn-ea"/>
                <a:cs typeface="Sarabun Light" panose="00000400000000000000" pitchFamily="2"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Rebalance according to the balance value of the node</a:t>
            </a:r>
          </a:p>
        </p:txBody>
      </p:sp>
    </p:spTree>
    <p:extLst>
      <p:ext uri="{BB962C8B-B14F-4D97-AF65-F5344CB8AC3E}">
        <p14:creationId xmlns:p14="http://schemas.microsoft.com/office/powerpoint/2010/main" val="3864707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35191-9B3C-A90E-AFD4-C6F90BA1645D}"/>
              </a:ext>
            </a:extLst>
          </p:cNvPr>
          <p:cNvSpPr>
            <a:spLocks noGrp="1"/>
          </p:cNvSpPr>
          <p:nvPr>
            <p:ph type="title"/>
          </p:nvPr>
        </p:nvSpPr>
        <p:spPr/>
        <p:txBody>
          <a:bodyPr/>
          <a:lstStyle/>
          <a:p>
            <a:r>
              <a:rPr lang="en-US" dirty="0"/>
              <a:t>Integrate with Insert and Erase</a:t>
            </a:r>
          </a:p>
        </p:txBody>
      </p:sp>
      <p:sp>
        <p:nvSpPr>
          <p:cNvPr id="3" name="Content Placeholder 2">
            <a:extLst>
              <a:ext uri="{FF2B5EF4-FFF2-40B4-BE49-F238E27FC236}">
                <a16:creationId xmlns:a16="http://schemas.microsoft.com/office/drawing/2014/main" id="{622413F3-B8EF-E2CE-3175-55CF4C26A55A}"/>
              </a:ext>
            </a:extLst>
          </p:cNvPr>
          <p:cNvSpPr>
            <a:spLocks noGrp="1"/>
          </p:cNvSpPr>
          <p:nvPr>
            <p:ph idx="1"/>
          </p:nvPr>
        </p:nvSpPr>
        <p:spPr>
          <a:xfrm>
            <a:off x="838200" y="1358781"/>
            <a:ext cx="5516461" cy="2273652"/>
          </a:xfrm>
        </p:spPr>
        <p:txBody>
          <a:bodyPr>
            <a:normAutofit lnSpcReduction="10000"/>
          </a:bodyPr>
          <a:lstStyle/>
          <a:p>
            <a:r>
              <a:rPr lang="en-US" dirty="0"/>
              <a:t>Insert by recursion</a:t>
            </a:r>
          </a:p>
          <a:p>
            <a:r>
              <a:rPr lang="en-US" dirty="0"/>
              <a:t>After modification, call rebalance</a:t>
            </a:r>
          </a:p>
          <a:p>
            <a:pPr lvl="1"/>
            <a:r>
              <a:rPr lang="en-US" dirty="0"/>
              <a:t>This re-calculate balance value and do the rotation if necessary </a:t>
            </a:r>
          </a:p>
        </p:txBody>
      </p:sp>
      <p:sp>
        <p:nvSpPr>
          <p:cNvPr id="5" name="TextBox 4">
            <a:extLst>
              <a:ext uri="{FF2B5EF4-FFF2-40B4-BE49-F238E27FC236}">
                <a16:creationId xmlns:a16="http://schemas.microsoft.com/office/drawing/2014/main" id="{33CBC6AA-3041-772F-30B6-CCCA7073C56C}"/>
              </a:ext>
            </a:extLst>
          </p:cNvPr>
          <p:cNvSpPr txBox="1"/>
          <p:nvPr/>
        </p:nvSpPr>
        <p:spPr>
          <a:xfrm>
            <a:off x="673696" y="3674142"/>
            <a:ext cx="5458086" cy="3046988"/>
          </a:xfrm>
          <a:prstGeom prst="rect">
            <a:avLst/>
          </a:prstGeom>
          <a:solidFill>
            <a:schemeClr val="bg1"/>
          </a:solidFill>
          <a:ln>
            <a:solidFill>
              <a:schemeClr val="accent2"/>
            </a:solidFill>
          </a:ln>
        </p:spPr>
        <p:txBody>
          <a:bodyPr wrap="square">
            <a:spAutoFit/>
          </a:bodyPr>
          <a:lstStyle/>
          <a:p>
            <a:r>
              <a:rPr lang="en-US" sz="1200" b="0" dirty="0">
                <a:solidFill>
                  <a:srgbClr val="4EC9B0"/>
                </a:solidFill>
                <a:effectLst/>
                <a:latin typeface="Monaspace Neon" pitchFamily="50" charset="0"/>
              </a:rPr>
              <a:t>node</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insert</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ValueT</a:t>
            </a:r>
            <a:r>
              <a:rPr lang="en-US" sz="1200" b="0" dirty="0">
                <a:solidFill>
                  <a:srgbClr val="569CD6"/>
                </a:solidFill>
                <a:effectLst/>
                <a:latin typeface="Monaspace Neon" pitchFamily="50" charset="0"/>
              </a:rPr>
              <a:t>&amp;</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val</a:t>
            </a:r>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&amp;</a:t>
            </a:r>
            <a:r>
              <a:rPr lang="en-US" sz="1200" b="0" dirty="0" err="1">
                <a:solidFill>
                  <a:srgbClr val="9CDCFE"/>
                </a:solidFill>
                <a:effectLst/>
                <a:latin typeface="Monaspace Neon" pitchFamily="50" charset="0"/>
              </a:rPr>
              <a:t>ptr</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mSize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ptr</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new</a:t>
            </a:r>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val</a:t>
            </a:r>
            <a:r>
              <a:rPr lang="en-US" sz="1200" b="0" dirty="0" err="1">
                <a:solidFill>
                  <a:srgbClr val="D4D4D4"/>
                </a:solidFill>
                <a:effectLst/>
                <a:latin typeface="Monaspace Neon" pitchFamily="50" charset="0"/>
              </a:rPr>
              <a:t>,</a:t>
            </a:r>
            <a:r>
              <a:rPr lang="en-US" sz="1200" b="0" dirty="0" err="1">
                <a:solidFill>
                  <a:srgbClr val="569CD6"/>
                </a:solidFill>
                <a:effectLst/>
                <a:latin typeface="Monaspace Neon" pitchFamily="50" charset="0"/>
              </a:rPr>
              <a:t>NULL</a:t>
            </a:r>
            <a:r>
              <a:rPr lang="en-US" sz="1200" b="0" dirty="0" err="1">
                <a:solidFill>
                  <a:srgbClr val="D4D4D4"/>
                </a:solidFill>
                <a:effectLst/>
                <a:latin typeface="Monaspace Neon" pitchFamily="50" charset="0"/>
              </a:rPr>
              <a:t>,</a:t>
            </a:r>
            <a:r>
              <a:rPr lang="en-US" sz="1200" b="0" dirty="0" err="1">
                <a:solidFill>
                  <a:srgbClr val="569CD6"/>
                </a:solidFill>
                <a:effectLst/>
                <a:latin typeface="Monaspace Neon" pitchFamily="50" charset="0"/>
              </a:rPr>
              <a:t>NULL</a:t>
            </a:r>
            <a:r>
              <a:rPr lang="en-US" sz="1200" b="0" dirty="0" err="1">
                <a:solidFill>
                  <a:srgbClr val="D4D4D4"/>
                </a:solidFill>
                <a:effectLst/>
                <a:latin typeface="Monaspace Neon" pitchFamily="50" charset="0"/>
              </a:rPr>
              <a:t>,</a:t>
            </a:r>
            <a:r>
              <a:rPr lang="en-US" sz="1200" b="0" dirty="0" err="1">
                <a:solidFill>
                  <a:srgbClr val="569CD6"/>
                </a:solidFill>
                <a:effectLst/>
                <a:latin typeface="Monaspace Neon" pitchFamily="50" charset="0"/>
              </a:rPr>
              <a:t>NULL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cmp</a:t>
            </a:r>
            <a:r>
              <a:rPr lang="en-US" sz="1200" b="0" dirty="0">
                <a:solidFill>
                  <a:srgbClr val="D4D4D4"/>
                </a:solidFill>
                <a:effectLst/>
                <a:latin typeface="Monaspace Neon" pitchFamily="50" charset="0"/>
              </a:rPr>
              <a:t> = </a:t>
            </a:r>
            <a:r>
              <a:rPr lang="en-US" sz="1200" b="0" dirty="0">
                <a:solidFill>
                  <a:srgbClr val="DCDCAA"/>
                </a:solidFill>
                <a:effectLst/>
                <a:latin typeface="Monaspace Neon" pitchFamily="50" charset="0"/>
              </a:rPr>
              <a:t>compare</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val</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first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data</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first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cmp</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0</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ptr</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cmp</a:t>
            </a:r>
            <a:r>
              <a:rPr lang="en-US" sz="1200" b="0" dirty="0">
                <a:solidFill>
                  <a:srgbClr val="D4D4D4"/>
                </a:solidFill>
                <a:effectLst/>
                <a:latin typeface="Monaspace Neon" pitchFamily="50" charset="0"/>
              </a:rPr>
              <a:t> &lt;  </a:t>
            </a:r>
            <a:r>
              <a:rPr lang="en-US" sz="1200" b="0" dirty="0">
                <a:solidFill>
                  <a:srgbClr val="B5CEA8"/>
                </a:solidFill>
                <a:effectLst/>
                <a:latin typeface="Monaspace Neon" pitchFamily="50" charset="0"/>
              </a:rPr>
              <a:t>0</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set_left</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insert</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val</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ptr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set_right</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insert</a:t>
            </a:r>
            <a:r>
              <a:rPr lang="en-US" sz="1200" b="0" dirty="0">
                <a:solidFill>
                  <a:srgbClr val="D4D4D4"/>
                </a:solidFill>
                <a:effectLst/>
                <a:latin typeface="Monaspace Neon" pitchFamily="50" charset="0"/>
              </a:rPr>
              <a:t>(</a:t>
            </a:r>
            <a:r>
              <a:rPr lang="en-US" sz="1200" b="0" dirty="0" err="1">
                <a:solidFill>
                  <a:srgbClr val="9CDCFE"/>
                </a:solidFill>
                <a:effectLst/>
                <a:latin typeface="Monaspace Neon" pitchFamily="50" charset="0"/>
              </a:rPr>
              <a:t>val</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ptr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a:solidFill>
                  <a:srgbClr val="DCDCAA"/>
                </a:solidFill>
                <a:effectLst/>
                <a:latin typeface="Monaspace Neon" pitchFamily="50" charset="0"/>
              </a:rPr>
              <a:t>rebalance</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a:t>
            </a:r>
          </a:p>
        </p:txBody>
      </p:sp>
      <p:sp>
        <p:nvSpPr>
          <p:cNvPr id="6" name="TextBox 5">
            <a:extLst>
              <a:ext uri="{FF2B5EF4-FFF2-40B4-BE49-F238E27FC236}">
                <a16:creationId xmlns:a16="http://schemas.microsoft.com/office/drawing/2014/main" id="{8F900903-CF39-7DA4-7CB7-EB9CAABD48E5}"/>
              </a:ext>
            </a:extLst>
          </p:cNvPr>
          <p:cNvSpPr txBox="1"/>
          <p:nvPr/>
        </p:nvSpPr>
        <p:spPr>
          <a:xfrm>
            <a:off x="6429114" y="1358781"/>
            <a:ext cx="5089190" cy="2862322"/>
          </a:xfrm>
          <a:prstGeom prst="rect">
            <a:avLst/>
          </a:prstGeom>
          <a:solidFill>
            <a:schemeClr val="bg1"/>
          </a:solidFill>
          <a:ln>
            <a:solidFill>
              <a:schemeClr val="accent3"/>
            </a:solidFill>
          </a:ln>
        </p:spPr>
        <p:txBody>
          <a:bodyPr wrap="square">
            <a:spAutoFit/>
          </a:bodyPr>
          <a:lstStyle/>
          <a:p>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DCDCAA"/>
                </a:solidFill>
                <a:effectLst/>
                <a:latin typeface="Monaspace Neon" pitchFamily="50" charset="0"/>
              </a:rPr>
              <a:t>rebalance</a:t>
            </a:r>
            <a:r>
              <a:rPr lang="en-US" sz="1200" b="0" dirty="0">
                <a:solidFill>
                  <a:srgbClr val="D4D4D4"/>
                </a:solidFill>
                <a:effectLst/>
                <a:latin typeface="Monaspace Neon" pitchFamily="50" charset="0"/>
              </a:rPr>
              <a:t>(</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balance</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balance_value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balance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2</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balance_value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1</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set_left</a:t>
            </a:r>
            <a:r>
              <a:rPr lang="en-US" sz="1200" b="0" dirty="0">
                <a:solidFill>
                  <a:srgbClr val="D4D4D4"/>
                </a:solidFill>
                <a:effectLst/>
                <a:latin typeface="Monaspace Neon" pitchFamily="50" charset="0"/>
              </a:rPr>
              <a:t>(</a:t>
            </a:r>
            <a:r>
              <a:rPr lang="en-US" sz="1200" b="0" dirty="0" err="1">
                <a:solidFill>
                  <a:srgbClr val="DCDCAA"/>
                </a:solidFill>
                <a:effectLst/>
                <a:latin typeface="Monaspace Neon" pitchFamily="50" charset="0"/>
              </a:rPr>
              <a:t>rotate_right_child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err="1">
                <a:solidFill>
                  <a:srgbClr val="DCDCAA"/>
                </a:solidFill>
                <a:effectLst/>
                <a:latin typeface="Monaspace Neon" pitchFamily="50" charset="0"/>
              </a:rPr>
              <a:t>rotate_left_child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balance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2</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balance_value</a:t>
            </a:r>
            <a:r>
              <a:rPr lang="en-US" sz="1200" b="0" dirty="0">
                <a:solidFill>
                  <a:srgbClr val="D4D4D4"/>
                </a:solidFill>
                <a:effectLst/>
                <a:latin typeface="Monaspace Neon" pitchFamily="50" charset="0"/>
              </a:rPr>
              <a:t>() == -</a:t>
            </a:r>
            <a:r>
              <a:rPr lang="en-US" sz="1200" b="0" dirty="0">
                <a:solidFill>
                  <a:srgbClr val="B5CEA8"/>
                </a:solidFill>
                <a:effectLst/>
                <a:latin typeface="Monaspace Neon" pitchFamily="50" charset="0"/>
              </a:rPr>
              <a:t>1</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set_right</a:t>
            </a:r>
            <a:r>
              <a:rPr lang="en-US" sz="1200" b="0" dirty="0">
                <a:solidFill>
                  <a:srgbClr val="D4D4D4"/>
                </a:solidFill>
                <a:effectLst/>
                <a:latin typeface="Monaspace Neon" pitchFamily="50" charset="0"/>
              </a:rPr>
              <a:t>(</a:t>
            </a:r>
            <a:r>
              <a:rPr lang="en-US" sz="1200" b="0" dirty="0" err="1">
                <a:solidFill>
                  <a:srgbClr val="DCDCAA"/>
                </a:solidFill>
                <a:effectLst/>
                <a:latin typeface="Monaspace Neon" pitchFamily="50" charset="0"/>
              </a:rPr>
              <a:t>rotate_left_child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err="1">
                <a:solidFill>
                  <a:srgbClr val="DCDCAA"/>
                </a:solidFill>
                <a:effectLst/>
                <a:latin typeface="Monaspace Neon" pitchFamily="50" charset="0"/>
              </a:rPr>
              <a:t>rotate_right_child</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set_height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a:t>
            </a:r>
          </a:p>
        </p:txBody>
      </p:sp>
    </p:spTree>
    <p:extLst>
      <p:ext uri="{BB962C8B-B14F-4D97-AF65-F5344CB8AC3E}">
        <p14:creationId xmlns:p14="http://schemas.microsoft.com/office/powerpoint/2010/main" val="3748938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CF0D3-5256-B928-F130-0AD847153744}"/>
              </a:ext>
            </a:extLst>
          </p:cNvPr>
          <p:cNvSpPr>
            <a:spLocks noGrp="1"/>
          </p:cNvSpPr>
          <p:nvPr>
            <p:ph type="title"/>
          </p:nvPr>
        </p:nvSpPr>
        <p:spPr/>
        <p:txBody>
          <a:bodyPr/>
          <a:lstStyle/>
          <a:p>
            <a:r>
              <a:rPr lang="en-US" dirty="0"/>
              <a:t>Example</a:t>
            </a:r>
          </a:p>
        </p:txBody>
      </p:sp>
      <p:sp>
        <p:nvSpPr>
          <p:cNvPr id="50" name="Content Placeholder 49">
            <a:extLst>
              <a:ext uri="{FF2B5EF4-FFF2-40B4-BE49-F238E27FC236}">
                <a16:creationId xmlns:a16="http://schemas.microsoft.com/office/drawing/2014/main" id="{F3DE01FE-E261-D5BC-34A1-FD93846257D0}"/>
              </a:ext>
            </a:extLst>
          </p:cNvPr>
          <p:cNvSpPr>
            <a:spLocks noGrp="1"/>
          </p:cNvSpPr>
          <p:nvPr>
            <p:ph idx="1"/>
          </p:nvPr>
        </p:nvSpPr>
        <p:spPr>
          <a:xfrm>
            <a:off x="581410" y="1358781"/>
            <a:ext cx="4096791" cy="4495172"/>
          </a:xfrm>
        </p:spPr>
        <p:txBody>
          <a:bodyPr>
            <a:normAutofit fontScale="70000" lnSpcReduction="20000"/>
          </a:bodyPr>
          <a:lstStyle/>
          <a:p>
            <a:pPr marL="268288" indent="-268288">
              <a:buFont typeface="+mj-lt"/>
              <a:buAutoNum type="arabicPeriod"/>
            </a:pPr>
            <a:r>
              <a:rPr lang="en-US" dirty="0"/>
              <a:t>add 15</a:t>
            </a:r>
          </a:p>
          <a:p>
            <a:pPr marL="268288" indent="-268288">
              <a:buFont typeface="+mj-lt"/>
              <a:buAutoNum type="arabicPeriod"/>
            </a:pPr>
            <a:r>
              <a:rPr lang="en-US" dirty="0"/>
              <a:t>Check balance at 15: 0 (OK)</a:t>
            </a:r>
          </a:p>
          <a:p>
            <a:pPr marL="268288" indent="-268288">
              <a:buFont typeface="+mj-lt"/>
              <a:buAutoNum type="arabicPeriod"/>
            </a:pPr>
            <a:r>
              <a:rPr lang="en-US" dirty="0"/>
              <a:t>Check balance at 14: 1 (OK)</a:t>
            </a:r>
          </a:p>
          <a:p>
            <a:pPr marL="268288" indent="-268288">
              <a:buFont typeface="+mj-lt"/>
              <a:buAutoNum type="arabicPeriod"/>
            </a:pPr>
            <a:r>
              <a:rPr lang="en-US" dirty="0"/>
              <a:t>Check balance at 9: 1 (OK)</a:t>
            </a:r>
          </a:p>
          <a:p>
            <a:pPr marL="268288" indent="-268288">
              <a:buFont typeface="+mj-lt"/>
              <a:buAutoNum type="arabicPeriod"/>
            </a:pPr>
            <a:r>
              <a:rPr lang="en-US" dirty="0"/>
              <a:t>Check balance at 20: -2 (</a:t>
            </a:r>
            <a:r>
              <a:rPr lang="en-US" dirty="0">
                <a:solidFill>
                  <a:schemeClr val="accent2"/>
                </a:solidFill>
              </a:rPr>
              <a:t>Not OK</a:t>
            </a:r>
            <a:r>
              <a:rPr lang="en-US" dirty="0"/>
              <a:t>)</a:t>
            </a:r>
          </a:p>
          <a:p>
            <a:pPr marL="457200" lvl="1" indent="-276225">
              <a:buFont typeface="+mj-lt"/>
              <a:buAutoNum type="arabicPeriod"/>
            </a:pPr>
            <a:r>
              <a:rPr lang="en-US" dirty="0">
                <a:solidFill>
                  <a:schemeClr val="accent6"/>
                </a:solidFill>
              </a:rPr>
              <a:t>Rotate left </a:t>
            </a:r>
            <a:r>
              <a:rPr lang="en-US" dirty="0"/>
              <a:t>at 9</a:t>
            </a:r>
          </a:p>
          <a:p>
            <a:pPr marL="457200" lvl="1" indent="-276225">
              <a:buFont typeface="+mj-lt"/>
              <a:buAutoNum type="arabicPeriod"/>
            </a:pPr>
            <a:r>
              <a:rPr lang="en-US" dirty="0">
                <a:solidFill>
                  <a:schemeClr val="accent5"/>
                </a:solidFill>
              </a:rPr>
              <a:t>Rotate right </a:t>
            </a:r>
            <a:r>
              <a:rPr lang="en-US" dirty="0"/>
              <a:t>at 20</a:t>
            </a:r>
          </a:p>
          <a:p>
            <a:pPr marL="268288" indent="-268288">
              <a:buFont typeface="+mj-lt"/>
              <a:buAutoNum type="arabicPeriod"/>
            </a:pPr>
            <a:r>
              <a:rPr lang="en-US" dirty="0"/>
              <a:t>Check balance at 2: (OK)</a:t>
            </a:r>
          </a:p>
          <a:p>
            <a:pPr marL="268288" indent="-268288">
              <a:buFont typeface="+mj-lt"/>
              <a:buAutoNum type="arabicPeriod"/>
            </a:pPr>
            <a:r>
              <a:rPr lang="en-US" dirty="0"/>
              <a:t>Check Balance at 45: (OK) </a:t>
            </a:r>
          </a:p>
          <a:p>
            <a:endParaRPr lang="en-US" dirty="0"/>
          </a:p>
        </p:txBody>
      </p:sp>
      <p:cxnSp>
        <p:nvCxnSpPr>
          <p:cNvPr id="4" name="Straight Connector 3">
            <a:extLst>
              <a:ext uri="{FF2B5EF4-FFF2-40B4-BE49-F238E27FC236}">
                <a16:creationId xmlns:a16="http://schemas.microsoft.com/office/drawing/2014/main" id="{C218B9B1-D554-BC08-60D4-D9549FE68C3F}"/>
              </a:ext>
            </a:extLst>
          </p:cNvPr>
          <p:cNvCxnSpPr>
            <a:cxnSpLocks/>
            <a:stCxn id="40" idx="1"/>
            <a:endCxn id="29" idx="1"/>
          </p:cNvCxnSpPr>
          <p:nvPr/>
        </p:nvCxnSpPr>
        <p:spPr>
          <a:xfrm flipH="1" flipV="1">
            <a:off x="6706310" y="2468995"/>
            <a:ext cx="362280" cy="567948"/>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966CDFC-95A9-B5BD-0827-3E70F9AB6659}"/>
              </a:ext>
            </a:extLst>
          </p:cNvPr>
          <p:cNvCxnSpPr>
            <a:cxnSpLocks/>
            <a:stCxn id="34" idx="1"/>
            <a:endCxn id="27" idx="1"/>
          </p:cNvCxnSpPr>
          <p:nvPr/>
        </p:nvCxnSpPr>
        <p:spPr>
          <a:xfrm flipH="1" flipV="1">
            <a:off x="10188990" y="895704"/>
            <a:ext cx="820705" cy="49496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7151A63-5355-8EFB-F85C-BDFF02EDCBF8}"/>
              </a:ext>
            </a:extLst>
          </p:cNvPr>
          <p:cNvCxnSpPr>
            <a:cxnSpLocks/>
            <a:stCxn id="38" idx="1"/>
            <a:endCxn id="23" idx="1"/>
          </p:cNvCxnSpPr>
          <p:nvPr/>
        </p:nvCxnSpPr>
        <p:spPr>
          <a:xfrm flipV="1">
            <a:off x="5052229" y="895704"/>
            <a:ext cx="823317" cy="49262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BC22B94-E00C-6BB6-5B12-7ABDB2D19052}"/>
              </a:ext>
            </a:extLst>
          </p:cNvPr>
          <p:cNvCxnSpPr>
            <a:cxnSpLocks/>
            <a:stCxn id="39" idx="1"/>
            <a:endCxn id="38" idx="1"/>
          </p:cNvCxnSpPr>
          <p:nvPr/>
        </p:nvCxnSpPr>
        <p:spPr>
          <a:xfrm flipH="1" flipV="1">
            <a:off x="5052229" y="1388329"/>
            <a:ext cx="344294" cy="52409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2A42C3F-CFB8-1239-521B-88E29D6F3403}"/>
              </a:ext>
            </a:extLst>
          </p:cNvPr>
          <p:cNvCxnSpPr>
            <a:cxnSpLocks/>
            <a:stCxn id="35" idx="1"/>
            <a:endCxn id="34" idx="1"/>
          </p:cNvCxnSpPr>
          <p:nvPr/>
        </p:nvCxnSpPr>
        <p:spPr>
          <a:xfrm flipH="1" flipV="1">
            <a:off x="11009695" y="1390666"/>
            <a:ext cx="600895" cy="5103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C2CF434-81F7-8D63-0D4E-633AAE0F2800}"/>
              </a:ext>
            </a:extLst>
          </p:cNvPr>
          <p:cNvCxnSpPr>
            <a:cxnSpLocks/>
            <a:stCxn id="36" idx="1"/>
            <a:endCxn id="34" idx="1"/>
          </p:cNvCxnSpPr>
          <p:nvPr/>
        </p:nvCxnSpPr>
        <p:spPr>
          <a:xfrm flipV="1">
            <a:off x="10603273" y="1390666"/>
            <a:ext cx="406422" cy="5103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B7EE042-6CC7-5D45-AC83-BC2F79578689}"/>
              </a:ext>
            </a:extLst>
          </p:cNvPr>
          <p:cNvCxnSpPr>
            <a:cxnSpLocks/>
            <a:stCxn id="37" idx="1"/>
            <a:endCxn id="32" idx="1"/>
          </p:cNvCxnSpPr>
          <p:nvPr/>
        </p:nvCxnSpPr>
        <p:spPr>
          <a:xfrm flipV="1">
            <a:off x="9477693" y="1901046"/>
            <a:ext cx="257382" cy="56794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013D06-F1B2-0E2B-65AC-E98F4F2B8B34}"/>
              </a:ext>
            </a:extLst>
          </p:cNvPr>
          <p:cNvCxnSpPr>
            <a:cxnSpLocks/>
            <a:stCxn id="28" idx="1"/>
            <a:endCxn id="25" idx="1"/>
          </p:cNvCxnSpPr>
          <p:nvPr/>
        </p:nvCxnSpPr>
        <p:spPr>
          <a:xfrm flipV="1">
            <a:off x="5949347" y="1901046"/>
            <a:ext cx="399999" cy="5679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D92F58B-D7B9-ADB5-61C6-A3DAC50AB918}"/>
              </a:ext>
            </a:extLst>
          </p:cNvPr>
          <p:cNvCxnSpPr>
            <a:cxnSpLocks/>
            <a:stCxn id="29" idx="1"/>
            <a:endCxn id="25" idx="1"/>
          </p:cNvCxnSpPr>
          <p:nvPr/>
        </p:nvCxnSpPr>
        <p:spPr>
          <a:xfrm flipH="1" flipV="1">
            <a:off x="6349346" y="1901046"/>
            <a:ext cx="356964" cy="56794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6F03E43-8023-A78F-55E2-7FFCFF5F0613}"/>
              </a:ext>
            </a:extLst>
          </p:cNvPr>
          <p:cNvCxnSpPr>
            <a:cxnSpLocks/>
            <a:stCxn id="30" idx="1"/>
            <a:endCxn id="27" idx="1"/>
          </p:cNvCxnSpPr>
          <p:nvPr/>
        </p:nvCxnSpPr>
        <p:spPr>
          <a:xfrm flipV="1">
            <a:off x="9139327" y="895704"/>
            <a:ext cx="1049663" cy="494963"/>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2517ECD-0960-D5AB-D0FB-BFA56E83FFFE}"/>
              </a:ext>
            </a:extLst>
          </p:cNvPr>
          <p:cNvCxnSpPr>
            <a:cxnSpLocks/>
            <a:stCxn id="31" idx="1"/>
            <a:endCxn id="30" idx="1"/>
          </p:cNvCxnSpPr>
          <p:nvPr/>
        </p:nvCxnSpPr>
        <p:spPr>
          <a:xfrm flipV="1">
            <a:off x="8543580" y="1390667"/>
            <a:ext cx="595747" cy="5103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633B124-3EA7-4197-1A27-A5F97CEC146D}"/>
              </a:ext>
            </a:extLst>
          </p:cNvPr>
          <p:cNvCxnSpPr>
            <a:cxnSpLocks/>
            <a:stCxn id="32" idx="1"/>
            <a:endCxn id="30" idx="1"/>
          </p:cNvCxnSpPr>
          <p:nvPr/>
        </p:nvCxnSpPr>
        <p:spPr>
          <a:xfrm flipH="1" flipV="1">
            <a:off x="9139327" y="1390667"/>
            <a:ext cx="595748" cy="5103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1D5C108-125F-2860-AA20-4780CAE8864B}"/>
              </a:ext>
            </a:extLst>
          </p:cNvPr>
          <p:cNvCxnSpPr>
            <a:cxnSpLocks/>
            <a:stCxn id="33" idx="1"/>
            <a:endCxn id="31" idx="1"/>
          </p:cNvCxnSpPr>
          <p:nvPr/>
        </p:nvCxnSpPr>
        <p:spPr>
          <a:xfrm flipV="1">
            <a:off x="8292475" y="1901046"/>
            <a:ext cx="251105" cy="56896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403E6B1-4356-EF5F-C806-BAA90A811B7B}"/>
              </a:ext>
            </a:extLst>
          </p:cNvPr>
          <p:cNvCxnSpPr>
            <a:cxnSpLocks/>
            <a:stCxn id="23" idx="1"/>
            <a:endCxn id="24" idx="1"/>
          </p:cNvCxnSpPr>
          <p:nvPr/>
        </p:nvCxnSpPr>
        <p:spPr>
          <a:xfrm>
            <a:off x="5875546" y="895704"/>
            <a:ext cx="1084908" cy="49262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227C9FA-0DBB-408D-BDC3-D2A2D32886CC}"/>
              </a:ext>
            </a:extLst>
          </p:cNvPr>
          <p:cNvCxnSpPr>
            <a:cxnSpLocks/>
            <a:stCxn id="25" idx="1"/>
            <a:endCxn id="24" idx="1"/>
          </p:cNvCxnSpPr>
          <p:nvPr/>
        </p:nvCxnSpPr>
        <p:spPr>
          <a:xfrm flipV="1">
            <a:off x="6349346" y="1388331"/>
            <a:ext cx="611108" cy="51271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EE3B7E5-34FC-E538-7109-9C7ABAD1D9CD}"/>
              </a:ext>
            </a:extLst>
          </p:cNvPr>
          <p:cNvCxnSpPr>
            <a:cxnSpLocks/>
            <a:stCxn id="26" idx="1"/>
            <a:endCxn id="24" idx="1"/>
          </p:cNvCxnSpPr>
          <p:nvPr/>
        </p:nvCxnSpPr>
        <p:spPr>
          <a:xfrm flipH="1" flipV="1">
            <a:off x="6960454" y="1388331"/>
            <a:ext cx="495689" cy="51865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120C02B-1A92-970D-971E-05B6B2C3F972}"/>
              </a:ext>
            </a:extLst>
          </p:cNvPr>
          <p:cNvCxnSpPr>
            <a:cxnSpLocks/>
            <a:stCxn id="27" idx="1"/>
            <a:endCxn id="22" idx="1"/>
          </p:cNvCxnSpPr>
          <p:nvPr/>
        </p:nvCxnSpPr>
        <p:spPr>
          <a:xfrm flipH="1" flipV="1">
            <a:off x="8032268" y="444530"/>
            <a:ext cx="2156722" cy="4511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347715-1580-F33F-5C95-8FD091D63790}"/>
              </a:ext>
            </a:extLst>
          </p:cNvPr>
          <p:cNvCxnSpPr>
            <a:cxnSpLocks/>
            <a:stCxn id="23" idx="1"/>
            <a:endCxn id="22" idx="1"/>
          </p:cNvCxnSpPr>
          <p:nvPr/>
        </p:nvCxnSpPr>
        <p:spPr>
          <a:xfrm flipV="1">
            <a:off x="5875546" y="444530"/>
            <a:ext cx="2156722" cy="4511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2" name="Arc 21">
            <a:extLst>
              <a:ext uri="{FF2B5EF4-FFF2-40B4-BE49-F238E27FC236}">
                <a16:creationId xmlns:a16="http://schemas.microsoft.com/office/drawing/2014/main" id="{7AE99C42-291D-6D8C-C1FB-70867DF60C12}"/>
              </a:ext>
            </a:extLst>
          </p:cNvPr>
          <p:cNvSpPr/>
          <p:nvPr/>
        </p:nvSpPr>
        <p:spPr>
          <a:xfrm>
            <a:off x="7840800" y="253062"/>
            <a:ext cx="382935" cy="382935"/>
          </a:xfrm>
          <a:prstGeom prst="arc">
            <a:avLst>
              <a:gd name="adj1" fmla="val 16200000"/>
              <a:gd name="adj2" fmla="val 16197843"/>
            </a:avLst>
          </a:prstGeom>
          <a:solidFill>
            <a:schemeClr val="accent4">
              <a:lumMod val="60000"/>
              <a:lumOff val="40000"/>
            </a:schemeClr>
          </a:solidFill>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lIns="0" tIns="0" rIns="0" bIns="0" rtlCol="0" anchor="ctr"/>
          <a:lstStyle/>
          <a:p>
            <a:pPr algn="ctr"/>
            <a:r>
              <a:rPr lang="en-US" sz="2000" dirty="0">
                <a:solidFill>
                  <a:sysClr val="windowText" lastClr="000000"/>
                </a:solidFill>
              </a:rPr>
              <a:t>45</a:t>
            </a:r>
            <a:endParaRPr lang="th-TH" sz="2000" dirty="0">
              <a:solidFill>
                <a:sysClr val="windowText" lastClr="000000"/>
              </a:solidFill>
            </a:endParaRPr>
          </a:p>
        </p:txBody>
      </p:sp>
      <p:sp>
        <p:nvSpPr>
          <p:cNvPr id="23" name="Arc 22">
            <a:extLst>
              <a:ext uri="{FF2B5EF4-FFF2-40B4-BE49-F238E27FC236}">
                <a16:creationId xmlns:a16="http://schemas.microsoft.com/office/drawing/2014/main" id="{2E50D67F-F997-46EB-EDD0-1A49A0490552}"/>
              </a:ext>
            </a:extLst>
          </p:cNvPr>
          <p:cNvSpPr/>
          <p:nvPr/>
        </p:nvSpPr>
        <p:spPr>
          <a:xfrm>
            <a:off x="5684078" y="704236"/>
            <a:ext cx="382935" cy="382935"/>
          </a:xfrm>
          <a:prstGeom prst="arc">
            <a:avLst>
              <a:gd name="adj1" fmla="val 16200000"/>
              <a:gd name="adj2" fmla="val 16197843"/>
            </a:avLst>
          </a:prstGeom>
          <a:solidFill>
            <a:schemeClr val="accent4">
              <a:lumMod val="60000"/>
              <a:lumOff val="40000"/>
            </a:schemeClr>
          </a:solidFill>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24" name="Arc 23">
            <a:extLst>
              <a:ext uri="{FF2B5EF4-FFF2-40B4-BE49-F238E27FC236}">
                <a16:creationId xmlns:a16="http://schemas.microsoft.com/office/drawing/2014/main" id="{FEF70C3D-DECE-CBFA-2F53-6881D7B9B30D}"/>
              </a:ext>
            </a:extLst>
          </p:cNvPr>
          <p:cNvSpPr/>
          <p:nvPr/>
        </p:nvSpPr>
        <p:spPr>
          <a:xfrm>
            <a:off x="6768986" y="1196863"/>
            <a:ext cx="382935" cy="382935"/>
          </a:xfrm>
          <a:prstGeom prst="arc">
            <a:avLst>
              <a:gd name="adj1" fmla="val 16200000"/>
              <a:gd name="adj2" fmla="val 16197843"/>
            </a:avLst>
          </a:prstGeom>
          <a:solidFill>
            <a:schemeClr val="accent4">
              <a:lumMod val="60000"/>
              <a:lumOff val="40000"/>
            </a:schemeClr>
          </a:solidFill>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20</a:t>
            </a:r>
            <a:endParaRPr lang="th-TH" sz="2000" dirty="0">
              <a:solidFill>
                <a:sysClr val="windowText" lastClr="000000"/>
              </a:solidFill>
            </a:endParaRPr>
          </a:p>
        </p:txBody>
      </p:sp>
      <p:sp>
        <p:nvSpPr>
          <p:cNvPr id="25" name="Arc 24">
            <a:extLst>
              <a:ext uri="{FF2B5EF4-FFF2-40B4-BE49-F238E27FC236}">
                <a16:creationId xmlns:a16="http://schemas.microsoft.com/office/drawing/2014/main" id="{0D4A73ED-AE9F-A2B8-2F5D-2D3CDCBEE17F}"/>
              </a:ext>
            </a:extLst>
          </p:cNvPr>
          <p:cNvSpPr/>
          <p:nvPr/>
        </p:nvSpPr>
        <p:spPr>
          <a:xfrm>
            <a:off x="6157878" y="1709578"/>
            <a:ext cx="382935" cy="382935"/>
          </a:xfrm>
          <a:prstGeom prst="arc">
            <a:avLst>
              <a:gd name="adj1" fmla="val 16200000"/>
              <a:gd name="adj2" fmla="val 16197843"/>
            </a:avLst>
          </a:prstGeom>
          <a:solidFill>
            <a:schemeClr val="accent4">
              <a:lumMod val="60000"/>
              <a:lumOff val="40000"/>
            </a:schemeClr>
          </a:solidFill>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9</a:t>
            </a:r>
            <a:endParaRPr lang="th-TH" sz="2000" dirty="0">
              <a:solidFill>
                <a:sysClr val="windowText" lastClr="000000"/>
              </a:solidFill>
            </a:endParaRPr>
          </a:p>
        </p:txBody>
      </p:sp>
      <p:sp>
        <p:nvSpPr>
          <p:cNvPr id="26" name="Arc 25">
            <a:extLst>
              <a:ext uri="{FF2B5EF4-FFF2-40B4-BE49-F238E27FC236}">
                <a16:creationId xmlns:a16="http://schemas.microsoft.com/office/drawing/2014/main" id="{75BD0056-521A-D348-D179-BEEC1832D58B}"/>
              </a:ext>
            </a:extLst>
          </p:cNvPr>
          <p:cNvSpPr/>
          <p:nvPr/>
        </p:nvSpPr>
        <p:spPr>
          <a:xfrm>
            <a:off x="7264675" y="171551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21</a:t>
            </a:r>
            <a:endParaRPr lang="th-TH" sz="2000" dirty="0">
              <a:solidFill>
                <a:sysClr val="windowText" lastClr="000000"/>
              </a:solidFill>
            </a:endParaRPr>
          </a:p>
        </p:txBody>
      </p:sp>
      <p:sp>
        <p:nvSpPr>
          <p:cNvPr id="27" name="Arc 26">
            <a:extLst>
              <a:ext uri="{FF2B5EF4-FFF2-40B4-BE49-F238E27FC236}">
                <a16:creationId xmlns:a16="http://schemas.microsoft.com/office/drawing/2014/main" id="{7F97BB7F-4D51-4190-C203-ACFBFBB9FE29}"/>
              </a:ext>
            </a:extLst>
          </p:cNvPr>
          <p:cNvSpPr/>
          <p:nvPr/>
        </p:nvSpPr>
        <p:spPr>
          <a:xfrm>
            <a:off x="9997522" y="70423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28" name="Arc 27">
            <a:extLst>
              <a:ext uri="{FF2B5EF4-FFF2-40B4-BE49-F238E27FC236}">
                <a16:creationId xmlns:a16="http://schemas.microsoft.com/office/drawing/2014/main" id="{B4FD6C41-CCA8-FAA1-D769-B72DD2C7056E}"/>
              </a:ext>
            </a:extLst>
          </p:cNvPr>
          <p:cNvSpPr/>
          <p:nvPr/>
        </p:nvSpPr>
        <p:spPr>
          <a:xfrm>
            <a:off x="5757879" y="227752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3</a:t>
            </a:r>
            <a:endParaRPr lang="th-TH" sz="2000" dirty="0">
              <a:solidFill>
                <a:sysClr val="windowText" lastClr="000000"/>
              </a:solidFill>
            </a:endParaRPr>
          </a:p>
        </p:txBody>
      </p:sp>
      <p:sp>
        <p:nvSpPr>
          <p:cNvPr id="29" name="Arc 28">
            <a:extLst>
              <a:ext uri="{FF2B5EF4-FFF2-40B4-BE49-F238E27FC236}">
                <a16:creationId xmlns:a16="http://schemas.microsoft.com/office/drawing/2014/main" id="{2DC6DE17-47E3-C3C9-2AD0-4395DF2D18E9}"/>
              </a:ext>
            </a:extLst>
          </p:cNvPr>
          <p:cNvSpPr/>
          <p:nvPr/>
        </p:nvSpPr>
        <p:spPr>
          <a:xfrm>
            <a:off x="6514842" y="2277527"/>
            <a:ext cx="382935" cy="382935"/>
          </a:xfrm>
          <a:prstGeom prst="arc">
            <a:avLst>
              <a:gd name="adj1" fmla="val 16200000"/>
              <a:gd name="adj2" fmla="val 16197843"/>
            </a:avLst>
          </a:prstGeom>
          <a:solidFill>
            <a:schemeClr val="accent4">
              <a:lumMod val="60000"/>
              <a:lumOff val="40000"/>
            </a:schemeClr>
          </a:solidFill>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14</a:t>
            </a:r>
            <a:endParaRPr lang="th-TH" sz="2000" dirty="0">
              <a:solidFill>
                <a:sysClr val="windowText" lastClr="000000"/>
              </a:solidFill>
            </a:endParaRPr>
          </a:p>
        </p:txBody>
      </p:sp>
      <p:sp>
        <p:nvSpPr>
          <p:cNvPr id="30" name="Arc 29">
            <a:extLst>
              <a:ext uri="{FF2B5EF4-FFF2-40B4-BE49-F238E27FC236}">
                <a16:creationId xmlns:a16="http://schemas.microsoft.com/office/drawing/2014/main" id="{A9AC9687-EB69-7AB6-A20E-B99D88EA45EE}"/>
              </a:ext>
            </a:extLst>
          </p:cNvPr>
          <p:cNvSpPr/>
          <p:nvPr/>
        </p:nvSpPr>
        <p:spPr>
          <a:xfrm>
            <a:off x="8947859" y="119919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31" name="Arc 30">
            <a:extLst>
              <a:ext uri="{FF2B5EF4-FFF2-40B4-BE49-F238E27FC236}">
                <a16:creationId xmlns:a16="http://schemas.microsoft.com/office/drawing/2014/main" id="{CAC26A38-4E8A-952A-E27D-FB7108AEE148}"/>
              </a:ext>
            </a:extLst>
          </p:cNvPr>
          <p:cNvSpPr/>
          <p:nvPr/>
        </p:nvSpPr>
        <p:spPr>
          <a:xfrm>
            <a:off x="8352112" y="170957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48</a:t>
            </a:r>
            <a:endParaRPr lang="th-TH" sz="2000" dirty="0">
              <a:solidFill>
                <a:sysClr val="windowText" lastClr="000000"/>
              </a:solidFill>
            </a:endParaRPr>
          </a:p>
        </p:txBody>
      </p:sp>
      <p:sp>
        <p:nvSpPr>
          <p:cNvPr id="32" name="Arc 31">
            <a:extLst>
              <a:ext uri="{FF2B5EF4-FFF2-40B4-BE49-F238E27FC236}">
                <a16:creationId xmlns:a16="http://schemas.microsoft.com/office/drawing/2014/main" id="{DB57DBD4-CF0D-143A-777D-32F3F85C1316}"/>
              </a:ext>
            </a:extLst>
          </p:cNvPr>
          <p:cNvSpPr/>
          <p:nvPr/>
        </p:nvSpPr>
        <p:spPr>
          <a:xfrm>
            <a:off x="9543607" y="170957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33" name="Arc 32">
            <a:extLst>
              <a:ext uri="{FF2B5EF4-FFF2-40B4-BE49-F238E27FC236}">
                <a16:creationId xmlns:a16="http://schemas.microsoft.com/office/drawing/2014/main" id="{9AEED401-FEFB-2F4A-2451-942FF2FAA947}"/>
              </a:ext>
            </a:extLst>
          </p:cNvPr>
          <p:cNvSpPr/>
          <p:nvPr/>
        </p:nvSpPr>
        <p:spPr>
          <a:xfrm>
            <a:off x="8101007" y="227854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46</a:t>
            </a:r>
            <a:endParaRPr lang="th-TH" sz="2000" dirty="0">
              <a:solidFill>
                <a:sysClr val="windowText" lastClr="000000"/>
              </a:solidFill>
            </a:endParaRPr>
          </a:p>
        </p:txBody>
      </p:sp>
      <p:sp>
        <p:nvSpPr>
          <p:cNvPr id="34" name="Arc 33">
            <a:extLst>
              <a:ext uri="{FF2B5EF4-FFF2-40B4-BE49-F238E27FC236}">
                <a16:creationId xmlns:a16="http://schemas.microsoft.com/office/drawing/2014/main" id="{00DADE0A-B474-CB24-3862-DD5E694D2025}"/>
              </a:ext>
            </a:extLst>
          </p:cNvPr>
          <p:cNvSpPr/>
          <p:nvPr/>
        </p:nvSpPr>
        <p:spPr>
          <a:xfrm>
            <a:off x="10818227" y="119919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70</a:t>
            </a:r>
            <a:endParaRPr lang="th-TH" sz="2000" dirty="0">
              <a:solidFill>
                <a:sysClr val="windowText" lastClr="000000"/>
              </a:solidFill>
            </a:endParaRPr>
          </a:p>
        </p:txBody>
      </p:sp>
      <p:sp>
        <p:nvSpPr>
          <p:cNvPr id="35" name="Arc 34">
            <a:extLst>
              <a:ext uri="{FF2B5EF4-FFF2-40B4-BE49-F238E27FC236}">
                <a16:creationId xmlns:a16="http://schemas.microsoft.com/office/drawing/2014/main" id="{B859DEBB-1AE8-ADB3-75E4-F81C21806585}"/>
              </a:ext>
            </a:extLst>
          </p:cNvPr>
          <p:cNvSpPr/>
          <p:nvPr/>
        </p:nvSpPr>
        <p:spPr>
          <a:xfrm>
            <a:off x="11419122" y="170957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88</a:t>
            </a:r>
            <a:endParaRPr lang="th-TH" sz="2000" dirty="0">
              <a:solidFill>
                <a:sysClr val="windowText" lastClr="000000"/>
              </a:solidFill>
            </a:endParaRPr>
          </a:p>
        </p:txBody>
      </p:sp>
      <p:sp>
        <p:nvSpPr>
          <p:cNvPr id="36" name="Arc 35">
            <a:extLst>
              <a:ext uri="{FF2B5EF4-FFF2-40B4-BE49-F238E27FC236}">
                <a16:creationId xmlns:a16="http://schemas.microsoft.com/office/drawing/2014/main" id="{FA931F8D-A706-A028-0EB6-393DA366C090}"/>
              </a:ext>
            </a:extLst>
          </p:cNvPr>
          <p:cNvSpPr/>
          <p:nvPr/>
        </p:nvSpPr>
        <p:spPr>
          <a:xfrm>
            <a:off x="10411805" y="170957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56</a:t>
            </a:r>
            <a:endParaRPr lang="th-TH" sz="2000" dirty="0">
              <a:solidFill>
                <a:sysClr val="windowText" lastClr="000000"/>
              </a:solidFill>
            </a:endParaRPr>
          </a:p>
        </p:txBody>
      </p:sp>
      <p:sp>
        <p:nvSpPr>
          <p:cNvPr id="37" name="Arc 36">
            <a:extLst>
              <a:ext uri="{FF2B5EF4-FFF2-40B4-BE49-F238E27FC236}">
                <a16:creationId xmlns:a16="http://schemas.microsoft.com/office/drawing/2014/main" id="{E17C608F-8D92-12E0-E67F-C66CF5816381}"/>
              </a:ext>
            </a:extLst>
          </p:cNvPr>
          <p:cNvSpPr/>
          <p:nvPr/>
        </p:nvSpPr>
        <p:spPr>
          <a:xfrm>
            <a:off x="9286225" y="227752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50</a:t>
            </a:r>
            <a:endParaRPr lang="th-TH" sz="2000" dirty="0">
              <a:solidFill>
                <a:sysClr val="windowText" lastClr="000000"/>
              </a:solidFill>
            </a:endParaRPr>
          </a:p>
        </p:txBody>
      </p:sp>
      <p:sp>
        <p:nvSpPr>
          <p:cNvPr id="38" name="Arc 37">
            <a:extLst>
              <a:ext uri="{FF2B5EF4-FFF2-40B4-BE49-F238E27FC236}">
                <a16:creationId xmlns:a16="http://schemas.microsoft.com/office/drawing/2014/main" id="{2FEB2FF8-B9F1-76AB-AC42-03049C1FC472}"/>
              </a:ext>
            </a:extLst>
          </p:cNvPr>
          <p:cNvSpPr/>
          <p:nvPr/>
        </p:nvSpPr>
        <p:spPr>
          <a:xfrm>
            <a:off x="4860761" y="1196861"/>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0</a:t>
            </a:r>
            <a:endParaRPr lang="th-TH" sz="2000" dirty="0">
              <a:solidFill>
                <a:sysClr val="windowText" lastClr="000000"/>
              </a:solidFill>
            </a:endParaRPr>
          </a:p>
        </p:txBody>
      </p:sp>
      <p:sp>
        <p:nvSpPr>
          <p:cNvPr id="39" name="Arc 38">
            <a:extLst>
              <a:ext uri="{FF2B5EF4-FFF2-40B4-BE49-F238E27FC236}">
                <a16:creationId xmlns:a16="http://schemas.microsoft.com/office/drawing/2014/main" id="{629F7D26-F6E2-2029-7287-9538CDA941A3}"/>
              </a:ext>
            </a:extLst>
          </p:cNvPr>
          <p:cNvSpPr/>
          <p:nvPr/>
        </p:nvSpPr>
        <p:spPr>
          <a:xfrm>
            <a:off x="5205055" y="172095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a:t>
            </a:r>
            <a:endParaRPr lang="th-TH" sz="2000" dirty="0">
              <a:solidFill>
                <a:sysClr val="windowText" lastClr="000000"/>
              </a:solidFill>
            </a:endParaRPr>
          </a:p>
        </p:txBody>
      </p:sp>
      <p:sp>
        <p:nvSpPr>
          <p:cNvPr id="40" name="Arc 39">
            <a:extLst>
              <a:ext uri="{FF2B5EF4-FFF2-40B4-BE49-F238E27FC236}">
                <a16:creationId xmlns:a16="http://schemas.microsoft.com/office/drawing/2014/main" id="{68E254B4-DE90-9CEE-10E2-8B2CBAED7C22}"/>
              </a:ext>
            </a:extLst>
          </p:cNvPr>
          <p:cNvSpPr/>
          <p:nvPr/>
        </p:nvSpPr>
        <p:spPr>
          <a:xfrm>
            <a:off x="6877122" y="2845475"/>
            <a:ext cx="382935" cy="382935"/>
          </a:xfrm>
          <a:prstGeom prst="arc">
            <a:avLst>
              <a:gd name="adj1" fmla="val 16200000"/>
              <a:gd name="adj2" fmla="val 16197843"/>
            </a:avLst>
          </a:prstGeom>
          <a:solidFill>
            <a:schemeClr val="bg1"/>
          </a:solidFill>
          <a:ln>
            <a:solidFill>
              <a:schemeClr val="accent3">
                <a:lumMod val="50000"/>
              </a:schemeClr>
            </a:solidFill>
            <a:prstDash val="dash"/>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chemeClr val="tx1"/>
                </a:solidFill>
              </a:rPr>
              <a:t>15</a:t>
            </a:r>
            <a:endParaRPr lang="th-TH" sz="2000" dirty="0">
              <a:solidFill>
                <a:schemeClr val="tx1"/>
              </a:solidFill>
            </a:endParaRPr>
          </a:p>
        </p:txBody>
      </p:sp>
      <p:cxnSp>
        <p:nvCxnSpPr>
          <p:cNvPr id="104" name="Straight Connector 103">
            <a:extLst>
              <a:ext uri="{FF2B5EF4-FFF2-40B4-BE49-F238E27FC236}">
                <a16:creationId xmlns:a16="http://schemas.microsoft.com/office/drawing/2014/main" id="{EC93A3BE-D747-3D70-5A25-1F3374EF421F}"/>
              </a:ext>
            </a:extLst>
          </p:cNvPr>
          <p:cNvCxnSpPr>
            <a:cxnSpLocks/>
            <a:stCxn id="140" idx="1"/>
            <a:endCxn id="124" idx="1"/>
          </p:cNvCxnSpPr>
          <p:nvPr/>
        </p:nvCxnSpPr>
        <p:spPr>
          <a:xfrm flipV="1">
            <a:off x="6868482" y="5588928"/>
            <a:ext cx="292389" cy="55894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E133E2BC-86C6-9603-1E00-5460C931C227}"/>
              </a:ext>
            </a:extLst>
          </p:cNvPr>
          <p:cNvCxnSpPr>
            <a:cxnSpLocks/>
            <a:stCxn id="134" idx="1"/>
            <a:endCxn id="127" idx="1"/>
          </p:cNvCxnSpPr>
          <p:nvPr/>
        </p:nvCxnSpPr>
        <p:spPr>
          <a:xfrm flipH="1" flipV="1">
            <a:off x="10188990" y="4558562"/>
            <a:ext cx="820705" cy="49496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06875C44-94AB-890C-8549-27A9AE288343}"/>
              </a:ext>
            </a:extLst>
          </p:cNvPr>
          <p:cNvCxnSpPr>
            <a:cxnSpLocks/>
            <a:stCxn id="138" idx="1"/>
            <a:endCxn id="123" idx="1"/>
          </p:cNvCxnSpPr>
          <p:nvPr/>
        </p:nvCxnSpPr>
        <p:spPr>
          <a:xfrm flipV="1">
            <a:off x="5052229" y="4558562"/>
            <a:ext cx="823317" cy="49262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2F422011-E948-E567-84F6-03F8C2358356}"/>
              </a:ext>
            </a:extLst>
          </p:cNvPr>
          <p:cNvCxnSpPr>
            <a:cxnSpLocks/>
            <a:stCxn id="139" idx="1"/>
            <a:endCxn id="138" idx="1"/>
          </p:cNvCxnSpPr>
          <p:nvPr/>
        </p:nvCxnSpPr>
        <p:spPr>
          <a:xfrm flipH="1" flipV="1">
            <a:off x="5052229" y="5051187"/>
            <a:ext cx="344294" cy="52409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637D7187-8EC3-9985-A34F-7DADD1E74392}"/>
              </a:ext>
            </a:extLst>
          </p:cNvPr>
          <p:cNvCxnSpPr>
            <a:cxnSpLocks/>
            <a:stCxn id="135" idx="1"/>
            <a:endCxn id="134" idx="1"/>
          </p:cNvCxnSpPr>
          <p:nvPr/>
        </p:nvCxnSpPr>
        <p:spPr>
          <a:xfrm flipH="1" flipV="1">
            <a:off x="11009695" y="5053524"/>
            <a:ext cx="600895" cy="5103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666CB00-2AC8-A2E4-618C-6CB48957446B}"/>
              </a:ext>
            </a:extLst>
          </p:cNvPr>
          <p:cNvCxnSpPr>
            <a:cxnSpLocks/>
            <a:stCxn id="136" idx="1"/>
            <a:endCxn id="134" idx="1"/>
          </p:cNvCxnSpPr>
          <p:nvPr/>
        </p:nvCxnSpPr>
        <p:spPr>
          <a:xfrm flipV="1">
            <a:off x="10603273" y="5053524"/>
            <a:ext cx="406422" cy="5103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9022E74C-A572-B180-2844-D226547CC352}"/>
              </a:ext>
            </a:extLst>
          </p:cNvPr>
          <p:cNvCxnSpPr>
            <a:cxnSpLocks/>
            <a:stCxn id="137" idx="1"/>
            <a:endCxn id="132" idx="1"/>
          </p:cNvCxnSpPr>
          <p:nvPr/>
        </p:nvCxnSpPr>
        <p:spPr>
          <a:xfrm flipV="1">
            <a:off x="9437201" y="5563904"/>
            <a:ext cx="297874" cy="56794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8E88116-A541-161D-B3D7-C06379189E94}"/>
              </a:ext>
            </a:extLst>
          </p:cNvPr>
          <p:cNvCxnSpPr>
            <a:cxnSpLocks/>
            <a:stCxn id="128" idx="1"/>
            <a:endCxn id="125" idx="1"/>
          </p:cNvCxnSpPr>
          <p:nvPr/>
        </p:nvCxnSpPr>
        <p:spPr>
          <a:xfrm flipV="1">
            <a:off x="6067013" y="5583726"/>
            <a:ext cx="348956" cy="566301"/>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543E1AF-90A6-EB05-69DA-A2F79D1DC5E9}"/>
              </a:ext>
            </a:extLst>
          </p:cNvPr>
          <p:cNvCxnSpPr>
            <a:cxnSpLocks/>
            <a:stCxn id="129" idx="1"/>
            <a:endCxn id="125" idx="1"/>
          </p:cNvCxnSpPr>
          <p:nvPr/>
        </p:nvCxnSpPr>
        <p:spPr>
          <a:xfrm flipH="1">
            <a:off x="6415969" y="5048252"/>
            <a:ext cx="424713" cy="5354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CCA170E-659F-404E-A04A-43CEB0EEB281}"/>
              </a:ext>
            </a:extLst>
          </p:cNvPr>
          <p:cNvCxnSpPr>
            <a:cxnSpLocks/>
            <a:stCxn id="130" idx="1"/>
            <a:endCxn id="127" idx="1"/>
          </p:cNvCxnSpPr>
          <p:nvPr/>
        </p:nvCxnSpPr>
        <p:spPr>
          <a:xfrm flipV="1">
            <a:off x="9139327" y="4558562"/>
            <a:ext cx="1049663" cy="494963"/>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DA56C2A1-AB28-9985-8BDB-C8BED304A64F}"/>
              </a:ext>
            </a:extLst>
          </p:cNvPr>
          <p:cNvCxnSpPr>
            <a:cxnSpLocks/>
            <a:stCxn id="131" idx="1"/>
            <a:endCxn id="130" idx="1"/>
          </p:cNvCxnSpPr>
          <p:nvPr/>
        </p:nvCxnSpPr>
        <p:spPr>
          <a:xfrm flipV="1">
            <a:off x="8543580" y="5053525"/>
            <a:ext cx="595747" cy="5103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2D3D4A2-1784-7CEA-1F10-33BD258E5BDB}"/>
              </a:ext>
            </a:extLst>
          </p:cNvPr>
          <p:cNvCxnSpPr>
            <a:cxnSpLocks/>
            <a:stCxn id="132" idx="1"/>
            <a:endCxn id="130" idx="1"/>
          </p:cNvCxnSpPr>
          <p:nvPr/>
        </p:nvCxnSpPr>
        <p:spPr>
          <a:xfrm flipH="1" flipV="1">
            <a:off x="9139327" y="5053525"/>
            <a:ext cx="595748" cy="51037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B857987F-8CE8-F518-7543-E635299C006C}"/>
              </a:ext>
            </a:extLst>
          </p:cNvPr>
          <p:cNvCxnSpPr>
            <a:cxnSpLocks/>
            <a:stCxn id="133" idx="1"/>
            <a:endCxn id="131" idx="1"/>
          </p:cNvCxnSpPr>
          <p:nvPr/>
        </p:nvCxnSpPr>
        <p:spPr>
          <a:xfrm flipV="1">
            <a:off x="8235521" y="5563904"/>
            <a:ext cx="308059" cy="56896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34CF06FD-4B1F-4D3F-4DFA-1A9596F13587}"/>
              </a:ext>
            </a:extLst>
          </p:cNvPr>
          <p:cNvCxnSpPr>
            <a:cxnSpLocks/>
            <a:stCxn id="123" idx="1"/>
            <a:endCxn id="129" idx="1"/>
          </p:cNvCxnSpPr>
          <p:nvPr/>
        </p:nvCxnSpPr>
        <p:spPr>
          <a:xfrm>
            <a:off x="5875546" y="4558562"/>
            <a:ext cx="965136" cy="48969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F025041-41FC-F29C-FD81-58F8FBA63137}"/>
              </a:ext>
            </a:extLst>
          </p:cNvPr>
          <p:cNvCxnSpPr>
            <a:cxnSpLocks/>
            <a:stCxn id="129" idx="1"/>
            <a:endCxn id="124" idx="1"/>
          </p:cNvCxnSpPr>
          <p:nvPr/>
        </p:nvCxnSpPr>
        <p:spPr>
          <a:xfrm>
            <a:off x="6840682" y="5048252"/>
            <a:ext cx="320189" cy="54067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D9020B5-5FCA-7C77-EB14-5A0EBDA90787}"/>
              </a:ext>
            </a:extLst>
          </p:cNvPr>
          <p:cNvCxnSpPr>
            <a:cxnSpLocks/>
            <a:stCxn id="126" idx="1"/>
            <a:endCxn id="124" idx="1"/>
          </p:cNvCxnSpPr>
          <p:nvPr/>
        </p:nvCxnSpPr>
        <p:spPr>
          <a:xfrm flipH="1" flipV="1">
            <a:off x="7160871" y="5588928"/>
            <a:ext cx="269723" cy="55894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2733F94-4B30-B264-7745-78768C1ACAD1}"/>
              </a:ext>
            </a:extLst>
          </p:cNvPr>
          <p:cNvCxnSpPr>
            <a:cxnSpLocks/>
            <a:stCxn id="127" idx="1"/>
            <a:endCxn id="122" idx="1"/>
          </p:cNvCxnSpPr>
          <p:nvPr/>
        </p:nvCxnSpPr>
        <p:spPr>
          <a:xfrm flipH="1" flipV="1">
            <a:off x="8032268" y="4107388"/>
            <a:ext cx="2156722" cy="4511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6999FDEC-9CEE-AEA1-D066-5E23610FE4D8}"/>
              </a:ext>
            </a:extLst>
          </p:cNvPr>
          <p:cNvCxnSpPr>
            <a:cxnSpLocks/>
            <a:stCxn id="123" idx="1"/>
            <a:endCxn id="122" idx="1"/>
          </p:cNvCxnSpPr>
          <p:nvPr/>
        </p:nvCxnSpPr>
        <p:spPr>
          <a:xfrm flipV="1">
            <a:off x="5875546" y="4107388"/>
            <a:ext cx="2156722" cy="45117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22" name="Arc 121">
            <a:extLst>
              <a:ext uri="{FF2B5EF4-FFF2-40B4-BE49-F238E27FC236}">
                <a16:creationId xmlns:a16="http://schemas.microsoft.com/office/drawing/2014/main" id="{E5AA71A6-C489-7B7D-0A7B-7ABE444200F5}"/>
              </a:ext>
            </a:extLst>
          </p:cNvPr>
          <p:cNvSpPr/>
          <p:nvPr/>
        </p:nvSpPr>
        <p:spPr>
          <a:xfrm>
            <a:off x="7840800" y="391592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lIns="0" tIns="0" rIns="0" bIns="0" rtlCol="0" anchor="ctr"/>
          <a:lstStyle/>
          <a:p>
            <a:pPr algn="ctr"/>
            <a:r>
              <a:rPr lang="en-US" sz="2000" dirty="0">
                <a:solidFill>
                  <a:sysClr val="windowText" lastClr="000000"/>
                </a:solidFill>
              </a:rPr>
              <a:t>45</a:t>
            </a:r>
            <a:endParaRPr lang="th-TH" sz="2000" dirty="0">
              <a:solidFill>
                <a:sysClr val="windowText" lastClr="000000"/>
              </a:solidFill>
            </a:endParaRPr>
          </a:p>
        </p:txBody>
      </p:sp>
      <p:sp>
        <p:nvSpPr>
          <p:cNvPr id="123" name="Arc 122">
            <a:extLst>
              <a:ext uri="{FF2B5EF4-FFF2-40B4-BE49-F238E27FC236}">
                <a16:creationId xmlns:a16="http://schemas.microsoft.com/office/drawing/2014/main" id="{5F6B05B7-7E6D-8A6A-1C9C-CC63A4363F11}"/>
              </a:ext>
            </a:extLst>
          </p:cNvPr>
          <p:cNvSpPr/>
          <p:nvPr/>
        </p:nvSpPr>
        <p:spPr>
          <a:xfrm>
            <a:off x="5684078" y="436709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a:t>
            </a:r>
            <a:endParaRPr lang="th-TH" sz="2000" dirty="0">
              <a:solidFill>
                <a:sysClr val="windowText" lastClr="000000"/>
              </a:solidFill>
            </a:endParaRPr>
          </a:p>
        </p:txBody>
      </p:sp>
      <p:sp>
        <p:nvSpPr>
          <p:cNvPr id="124" name="Arc 123">
            <a:extLst>
              <a:ext uri="{FF2B5EF4-FFF2-40B4-BE49-F238E27FC236}">
                <a16:creationId xmlns:a16="http://schemas.microsoft.com/office/drawing/2014/main" id="{62F6B146-C78E-A764-79E8-5C047E245DAF}"/>
              </a:ext>
            </a:extLst>
          </p:cNvPr>
          <p:cNvSpPr/>
          <p:nvPr/>
        </p:nvSpPr>
        <p:spPr>
          <a:xfrm>
            <a:off x="6969403" y="5397460"/>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20</a:t>
            </a:r>
            <a:endParaRPr lang="th-TH" sz="2000" dirty="0">
              <a:solidFill>
                <a:sysClr val="windowText" lastClr="000000"/>
              </a:solidFill>
            </a:endParaRPr>
          </a:p>
        </p:txBody>
      </p:sp>
      <p:sp>
        <p:nvSpPr>
          <p:cNvPr id="125" name="Arc 124">
            <a:extLst>
              <a:ext uri="{FF2B5EF4-FFF2-40B4-BE49-F238E27FC236}">
                <a16:creationId xmlns:a16="http://schemas.microsoft.com/office/drawing/2014/main" id="{D548C381-1B01-F00E-5274-D02B103E7363}"/>
              </a:ext>
            </a:extLst>
          </p:cNvPr>
          <p:cNvSpPr/>
          <p:nvPr/>
        </p:nvSpPr>
        <p:spPr>
          <a:xfrm>
            <a:off x="6224501" y="5392258"/>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9</a:t>
            </a:r>
            <a:endParaRPr lang="th-TH" sz="2000" dirty="0">
              <a:solidFill>
                <a:sysClr val="windowText" lastClr="000000"/>
              </a:solidFill>
            </a:endParaRPr>
          </a:p>
        </p:txBody>
      </p:sp>
      <p:sp>
        <p:nvSpPr>
          <p:cNvPr id="126" name="Arc 125">
            <a:extLst>
              <a:ext uri="{FF2B5EF4-FFF2-40B4-BE49-F238E27FC236}">
                <a16:creationId xmlns:a16="http://schemas.microsoft.com/office/drawing/2014/main" id="{AFF20EE7-9FDB-89E3-FAF1-9E3665AB1443}"/>
              </a:ext>
            </a:extLst>
          </p:cNvPr>
          <p:cNvSpPr/>
          <p:nvPr/>
        </p:nvSpPr>
        <p:spPr>
          <a:xfrm>
            <a:off x="7239126" y="595640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21</a:t>
            </a:r>
            <a:endParaRPr lang="th-TH" sz="2000" dirty="0">
              <a:solidFill>
                <a:sysClr val="windowText" lastClr="000000"/>
              </a:solidFill>
            </a:endParaRPr>
          </a:p>
        </p:txBody>
      </p:sp>
      <p:sp>
        <p:nvSpPr>
          <p:cNvPr id="127" name="Arc 126">
            <a:extLst>
              <a:ext uri="{FF2B5EF4-FFF2-40B4-BE49-F238E27FC236}">
                <a16:creationId xmlns:a16="http://schemas.microsoft.com/office/drawing/2014/main" id="{A41513DD-BE5C-6C0E-9551-6FCAAF423316}"/>
              </a:ext>
            </a:extLst>
          </p:cNvPr>
          <p:cNvSpPr/>
          <p:nvPr/>
        </p:nvSpPr>
        <p:spPr>
          <a:xfrm>
            <a:off x="9997522" y="436709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55</a:t>
            </a:r>
            <a:endParaRPr lang="th-TH" sz="2000" dirty="0">
              <a:solidFill>
                <a:sysClr val="windowText" lastClr="000000"/>
              </a:solidFill>
            </a:endParaRPr>
          </a:p>
        </p:txBody>
      </p:sp>
      <p:sp>
        <p:nvSpPr>
          <p:cNvPr id="128" name="Arc 127">
            <a:extLst>
              <a:ext uri="{FF2B5EF4-FFF2-40B4-BE49-F238E27FC236}">
                <a16:creationId xmlns:a16="http://schemas.microsoft.com/office/drawing/2014/main" id="{B7A5FC0D-4475-1EB0-5D2D-6668B3381A4B}"/>
              </a:ext>
            </a:extLst>
          </p:cNvPr>
          <p:cNvSpPr/>
          <p:nvPr/>
        </p:nvSpPr>
        <p:spPr>
          <a:xfrm>
            <a:off x="5875545" y="595855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3</a:t>
            </a:r>
            <a:endParaRPr lang="th-TH" sz="2000" dirty="0">
              <a:solidFill>
                <a:sysClr val="windowText" lastClr="000000"/>
              </a:solidFill>
            </a:endParaRPr>
          </a:p>
        </p:txBody>
      </p:sp>
      <p:sp>
        <p:nvSpPr>
          <p:cNvPr id="129" name="Arc 128">
            <a:extLst>
              <a:ext uri="{FF2B5EF4-FFF2-40B4-BE49-F238E27FC236}">
                <a16:creationId xmlns:a16="http://schemas.microsoft.com/office/drawing/2014/main" id="{4DAA1319-FE7F-AC3C-0C6F-061645A8CDF1}"/>
              </a:ext>
            </a:extLst>
          </p:cNvPr>
          <p:cNvSpPr/>
          <p:nvPr/>
        </p:nvSpPr>
        <p:spPr>
          <a:xfrm>
            <a:off x="6649214" y="485678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14</a:t>
            </a:r>
            <a:endParaRPr lang="th-TH" sz="2000" dirty="0">
              <a:solidFill>
                <a:sysClr val="windowText" lastClr="000000"/>
              </a:solidFill>
            </a:endParaRPr>
          </a:p>
        </p:txBody>
      </p:sp>
      <p:sp>
        <p:nvSpPr>
          <p:cNvPr id="130" name="Arc 129">
            <a:extLst>
              <a:ext uri="{FF2B5EF4-FFF2-40B4-BE49-F238E27FC236}">
                <a16:creationId xmlns:a16="http://schemas.microsoft.com/office/drawing/2014/main" id="{5E6A1F59-CF86-C701-1559-A05CF1468431}"/>
              </a:ext>
            </a:extLst>
          </p:cNvPr>
          <p:cNvSpPr/>
          <p:nvPr/>
        </p:nvSpPr>
        <p:spPr>
          <a:xfrm>
            <a:off x="8947859" y="4862057"/>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49</a:t>
            </a:r>
            <a:endParaRPr lang="th-TH" sz="2000" dirty="0">
              <a:solidFill>
                <a:sysClr val="windowText" lastClr="000000"/>
              </a:solidFill>
            </a:endParaRPr>
          </a:p>
        </p:txBody>
      </p:sp>
      <p:sp>
        <p:nvSpPr>
          <p:cNvPr id="131" name="Arc 130">
            <a:extLst>
              <a:ext uri="{FF2B5EF4-FFF2-40B4-BE49-F238E27FC236}">
                <a16:creationId xmlns:a16="http://schemas.microsoft.com/office/drawing/2014/main" id="{4D5FF2CD-3D4B-C072-8EFF-CD87DD0B1169}"/>
              </a:ext>
            </a:extLst>
          </p:cNvPr>
          <p:cNvSpPr/>
          <p:nvPr/>
        </p:nvSpPr>
        <p:spPr>
          <a:xfrm>
            <a:off x="8352112" y="537243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48</a:t>
            </a:r>
            <a:endParaRPr lang="th-TH" sz="2000" dirty="0">
              <a:solidFill>
                <a:sysClr val="windowText" lastClr="000000"/>
              </a:solidFill>
            </a:endParaRPr>
          </a:p>
        </p:txBody>
      </p:sp>
      <p:sp>
        <p:nvSpPr>
          <p:cNvPr id="132" name="Arc 131">
            <a:extLst>
              <a:ext uri="{FF2B5EF4-FFF2-40B4-BE49-F238E27FC236}">
                <a16:creationId xmlns:a16="http://schemas.microsoft.com/office/drawing/2014/main" id="{D475FB1C-8BCF-25EA-F94B-2CB4BBAE2CC4}"/>
              </a:ext>
            </a:extLst>
          </p:cNvPr>
          <p:cNvSpPr/>
          <p:nvPr/>
        </p:nvSpPr>
        <p:spPr>
          <a:xfrm>
            <a:off x="9543607" y="537243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53</a:t>
            </a:r>
            <a:endParaRPr lang="th-TH" sz="2000" dirty="0">
              <a:solidFill>
                <a:sysClr val="windowText" lastClr="000000"/>
              </a:solidFill>
            </a:endParaRPr>
          </a:p>
        </p:txBody>
      </p:sp>
      <p:sp>
        <p:nvSpPr>
          <p:cNvPr id="133" name="Arc 132">
            <a:extLst>
              <a:ext uri="{FF2B5EF4-FFF2-40B4-BE49-F238E27FC236}">
                <a16:creationId xmlns:a16="http://schemas.microsoft.com/office/drawing/2014/main" id="{AE30069A-98CC-1F00-87D9-4481BAD36E9C}"/>
              </a:ext>
            </a:extLst>
          </p:cNvPr>
          <p:cNvSpPr/>
          <p:nvPr/>
        </p:nvSpPr>
        <p:spPr>
          <a:xfrm>
            <a:off x="8044053" y="594140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46</a:t>
            </a:r>
            <a:endParaRPr lang="th-TH" sz="2000" dirty="0">
              <a:solidFill>
                <a:sysClr val="windowText" lastClr="000000"/>
              </a:solidFill>
            </a:endParaRPr>
          </a:p>
        </p:txBody>
      </p:sp>
      <p:sp>
        <p:nvSpPr>
          <p:cNvPr id="134" name="Arc 133">
            <a:extLst>
              <a:ext uri="{FF2B5EF4-FFF2-40B4-BE49-F238E27FC236}">
                <a16:creationId xmlns:a16="http://schemas.microsoft.com/office/drawing/2014/main" id="{7DFECAFF-D292-1F19-65ED-307B0B3BC476}"/>
              </a:ext>
            </a:extLst>
          </p:cNvPr>
          <p:cNvSpPr/>
          <p:nvPr/>
        </p:nvSpPr>
        <p:spPr>
          <a:xfrm>
            <a:off x="10818227" y="486205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70</a:t>
            </a:r>
            <a:endParaRPr lang="th-TH" sz="2000" dirty="0">
              <a:solidFill>
                <a:sysClr val="windowText" lastClr="000000"/>
              </a:solidFill>
            </a:endParaRPr>
          </a:p>
        </p:txBody>
      </p:sp>
      <p:sp>
        <p:nvSpPr>
          <p:cNvPr id="135" name="Arc 134">
            <a:extLst>
              <a:ext uri="{FF2B5EF4-FFF2-40B4-BE49-F238E27FC236}">
                <a16:creationId xmlns:a16="http://schemas.microsoft.com/office/drawing/2014/main" id="{E861B811-47AD-17D3-EB02-F39C07E20AC1}"/>
              </a:ext>
            </a:extLst>
          </p:cNvPr>
          <p:cNvSpPr/>
          <p:nvPr/>
        </p:nvSpPr>
        <p:spPr>
          <a:xfrm>
            <a:off x="11419122" y="537243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88</a:t>
            </a:r>
            <a:endParaRPr lang="th-TH" sz="2000" dirty="0">
              <a:solidFill>
                <a:sysClr val="windowText" lastClr="000000"/>
              </a:solidFill>
            </a:endParaRPr>
          </a:p>
        </p:txBody>
      </p:sp>
      <p:sp>
        <p:nvSpPr>
          <p:cNvPr id="136" name="Arc 135">
            <a:extLst>
              <a:ext uri="{FF2B5EF4-FFF2-40B4-BE49-F238E27FC236}">
                <a16:creationId xmlns:a16="http://schemas.microsoft.com/office/drawing/2014/main" id="{23451EE3-AC3C-9A84-65ED-11EDAF6BD30B}"/>
              </a:ext>
            </a:extLst>
          </p:cNvPr>
          <p:cNvSpPr/>
          <p:nvPr/>
        </p:nvSpPr>
        <p:spPr>
          <a:xfrm>
            <a:off x="10411805" y="5372436"/>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56</a:t>
            </a:r>
            <a:endParaRPr lang="th-TH" sz="2000" dirty="0">
              <a:solidFill>
                <a:sysClr val="windowText" lastClr="000000"/>
              </a:solidFill>
            </a:endParaRPr>
          </a:p>
        </p:txBody>
      </p:sp>
      <p:sp>
        <p:nvSpPr>
          <p:cNvPr id="137" name="Arc 136">
            <a:extLst>
              <a:ext uri="{FF2B5EF4-FFF2-40B4-BE49-F238E27FC236}">
                <a16:creationId xmlns:a16="http://schemas.microsoft.com/office/drawing/2014/main" id="{E8C16270-F0C8-5681-258F-B3A8E496D100}"/>
              </a:ext>
            </a:extLst>
          </p:cNvPr>
          <p:cNvSpPr/>
          <p:nvPr/>
        </p:nvSpPr>
        <p:spPr>
          <a:xfrm>
            <a:off x="9245733" y="594038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50</a:t>
            </a:r>
            <a:endParaRPr lang="th-TH" sz="2000" dirty="0">
              <a:solidFill>
                <a:sysClr val="windowText" lastClr="000000"/>
              </a:solidFill>
            </a:endParaRPr>
          </a:p>
        </p:txBody>
      </p:sp>
      <p:sp>
        <p:nvSpPr>
          <p:cNvPr id="138" name="Arc 137">
            <a:extLst>
              <a:ext uri="{FF2B5EF4-FFF2-40B4-BE49-F238E27FC236}">
                <a16:creationId xmlns:a16="http://schemas.microsoft.com/office/drawing/2014/main" id="{6D36786A-393B-FA67-EF93-06C6FA75B073}"/>
              </a:ext>
            </a:extLst>
          </p:cNvPr>
          <p:cNvSpPr/>
          <p:nvPr/>
        </p:nvSpPr>
        <p:spPr>
          <a:xfrm>
            <a:off x="4860761" y="4859719"/>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0</a:t>
            </a:r>
            <a:endParaRPr lang="th-TH" sz="2000" dirty="0">
              <a:solidFill>
                <a:sysClr val="windowText" lastClr="000000"/>
              </a:solidFill>
            </a:endParaRPr>
          </a:p>
        </p:txBody>
      </p:sp>
      <p:sp>
        <p:nvSpPr>
          <p:cNvPr id="139" name="Arc 138">
            <a:extLst>
              <a:ext uri="{FF2B5EF4-FFF2-40B4-BE49-F238E27FC236}">
                <a16:creationId xmlns:a16="http://schemas.microsoft.com/office/drawing/2014/main" id="{8CB657D7-3C03-575E-083F-035B5F91DD38}"/>
              </a:ext>
            </a:extLst>
          </p:cNvPr>
          <p:cNvSpPr/>
          <p:nvPr/>
        </p:nvSpPr>
        <p:spPr>
          <a:xfrm>
            <a:off x="5205055" y="5383815"/>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a:t>
            </a:r>
            <a:endParaRPr lang="th-TH" sz="2000" dirty="0">
              <a:solidFill>
                <a:sysClr val="windowText" lastClr="000000"/>
              </a:solidFill>
            </a:endParaRPr>
          </a:p>
        </p:txBody>
      </p:sp>
      <p:sp>
        <p:nvSpPr>
          <p:cNvPr id="140" name="Arc 139">
            <a:extLst>
              <a:ext uri="{FF2B5EF4-FFF2-40B4-BE49-F238E27FC236}">
                <a16:creationId xmlns:a16="http://schemas.microsoft.com/office/drawing/2014/main" id="{E89900EE-DD12-35C4-FB4E-AB1EA5DB6BE0}"/>
              </a:ext>
            </a:extLst>
          </p:cNvPr>
          <p:cNvSpPr/>
          <p:nvPr/>
        </p:nvSpPr>
        <p:spPr>
          <a:xfrm>
            <a:off x="6677014" y="5956404"/>
            <a:ext cx="382935" cy="382935"/>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2000" dirty="0">
                <a:solidFill>
                  <a:sysClr val="windowText" lastClr="000000"/>
                </a:solidFill>
              </a:rPr>
              <a:t>15</a:t>
            </a:r>
            <a:endParaRPr lang="th-TH" sz="2000" dirty="0">
              <a:solidFill>
                <a:sysClr val="windowText" lastClr="000000"/>
              </a:solidFill>
            </a:endParaRPr>
          </a:p>
        </p:txBody>
      </p:sp>
      <p:sp>
        <p:nvSpPr>
          <p:cNvPr id="186" name="Arrow: Right 185">
            <a:extLst>
              <a:ext uri="{FF2B5EF4-FFF2-40B4-BE49-F238E27FC236}">
                <a16:creationId xmlns:a16="http://schemas.microsoft.com/office/drawing/2014/main" id="{CCF4A50D-8E69-C905-3533-5AA8F5B1A3E4}"/>
              </a:ext>
            </a:extLst>
          </p:cNvPr>
          <p:cNvSpPr/>
          <p:nvPr/>
        </p:nvSpPr>
        <p:spPr>
          <a:xfrm rot="5400000">
            <a:off x="7782350" y="3293770"/>
            <a:ext cx="451173" cy="569073"/>
          </a:xfrm>
          <a:prstGeom prst="rightArrow">
            <a:avLst>
              <a:gd name="adj1" fmla="val 50000"/>
              <a:gd name="adj2" fmla="val 3544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800" dirty="0"/>
          </a:p>
        </p:txBody>
      </p:sp>
    </p:spTree>
    <p:extLst>
      <p:ext uri="{BB962C8B-B14F-4D97-AF65-F5344CB8AC3E}">
        <p14:creationId xmlns:p14="http://schemas.microsoft.com/office/powerpoint/2010/main" val="708195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C2F9-AD61-AA6F-F126-CC8723B5B411}"/>
              </a:ext>
            </a:extLst>
          </p:cNvPr>
          <p:cNvSpPr>
            <a:spLocks noGrp="1"/>
          </p:cNvSpPr>
          <p:nvPr>
            <p:ph type="title"/>
          </p:nvPr>
        </p:nvSpPr>
        <p:spPr/>
        <p:txBody>
          <a:bodyPr/>
          <a:lstStyle/>
          <a:p>
            <a:r>
              <a:rPr lang="en-US" dirty="0"/>
              <a:t>Erase</a:t>
            </a:r>
          </a:p>
        </p:txBody>
      </p:sp>
      <p:sp>
        <p:nvSpPr>
          <p:cNvPr id="3" name="Content Placeholder 2">
            <a:extLst>
              <a:ext uri="{FF2B5EF4-FFF2-40B4-BE49-F238E27FC236}">
                <a16:creationId xmlns:a16="http://schemas.microsoft.com/office/drawing/2014/main" id="{02135C60-6CB5-FB82-DEFB-BE82DCF16D00}"/>
              </a:ext>
            </a:extLst>
          </p:cNvPr>
          <p:cNvSpPr>
            <a:spLocks noGrp="1"/>
          </p:cNvSpPr>
          <p:nvPr>
            <p:ph idx="1"/>
          </p:nvPr>
        </p:nvSpPr>
        <p:spPr>
          <a:xfrm>
            <a:off x="6591992" y="1358781"/>
            <a:ext cx="4761807" cy="5016382"/>
          </a:xfrm>
        </p:spPr>
        <p:txBody>
          <a:bodyPr/>
          <a:lstStyle/>
          <a:p>
            <a:r>
              <a:rPr lang="en-US" dirty="0"/>
              <a:t>Also use recursion and call </a:t>
            </a:r>
            <a:r>
              <a:rPr lang="en-US" sz="2800" b="0" dirty="0">
                <a:solidFill>
                  <a:srgbClr val="DCDCAA"/>
                </a:solidFill>
                <a:effectLst/>
                <a:latin typeface="Monaspace Neon" pitchFamily="50" charset="0"/>
              </a:rPr>
              <a:t>rebalance</a:t>
            </a:r>
            <a:r>
              <a:rPr lang="en-US" dirty="0"/>
              <a:t> after a node is erased</a:t>
            </a:r>
          </a:p>
        </p:txBody>
      </p:sp>
      <p:sp>
        <p:nvSpPr>
          <p:cNvPr id="5" name="TextBox 4">
            <a:extLst>
              <a:ext uri="{FF2B5EF4-FFF2-40B4-BE49-F238E27FC236}">
                <a16:creationId xmlns:a16="http://schemas.microsoft.com/office/drawing/2014/main" id="{EC5F15ED-871A-633C-1748-A4DC6D36A477}"/>
              </a:ext>
            </a:extLst>
          </p:cNvPr>
          <p:cNvSpPr txBox="1"/>
          <p:nvPr/>
        </p:nvSpPr>
        <p:spPr>
          <a:xfrm>
            <a:off x="838200" y="1358781"/>
            <a:ext cx="5587538" cy="4524315"/>
          </a:xfrm>
          <a:prstGeom prst="rect">
            <a:avLst/>
          </a:prstGeom>
          <a:solidFill>
            <a:schemeClr val="bg1"/>
          </a:solidFill>
          <a:ln>
            <a:solidFill>
              <a:schemeClr val="accent4"/>
            </a:solidFill>
          </a:ln>
        </p:spPr>
        <p:txBody>
          <a:bodyPr wrap="square">
            <a:spAutoFit/>
          </a:bodyPr>
          <a:lstStyle/>
          <a:p>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DCDCAA"/>
                </a:solidFill>
                <a:effectLst/>
                <a:latin typeface="Monaspace Neon" pitchFamily="50" charset="0"/>
              </a:rPr>
              <a:t>erase</a:t>
            </a:r>
            <a:r>
              <a:rPr lang="en-US" sz="1200" b="0" dirty="0">
                <a:solidFill>
                  <a:srgbClr val="D4D4D4"/>
                </a:solidFill>
                <a:effectLst/>
                <a:latin typeface="Monaspace Neon" pitchFamily="50" charset="0"/>
              </a:rPr>
              <a:t>(</a:t>
            </a:r>
            <a:r>
              <a:rPr lang="en-US" sz="1200" b="0" dirty="0">
                <a:solidFill>
                  <a:srgbClr val="569CD6"/>
                </a:solidFill>
                <a:effectLst/>
                <a:latin typeface="Monaspace Neon" pitchFamily="50" charset="0"/>
              </a:rPr>
              <a:t>const</a:t>
            </a:r>
            <a:r>
              <a:rPr lang="en-US" sz="1200" b="0" dirty="0">
                <a:solidFill>
                  <a:srgbClr val="D4D4D4"/>
                </a:solidFill>
                <a:effectLst/>
                <a:latin typeface="Monaspace Neon" pitchFamily="50" charset="0"/>
              </a:rPr>
              <a:t> </a:t>
            </a:r>
            <a:r>
              <a:rPr lang="en-US" sz="1200" b="0" dirty="0" err="1">
                <a:solidFill>
                  <a:srgbClr val="4EC9B0"/>
                </a:solidFill>
                <a:effectLst/>
                <a:latin typeface="Monaspace Neon" pitchFamily="50" charset="0"/>
              </a:rPr>
              <a:t>KeyT</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&amp;</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569CD6"/>
                </a:solidFill>
                <a:effectLst/>
                <a:latin typeface="Monaspace Neon" pitchFamily="50" charset="0"/>
              </a:rPr>
              <a:t>int</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cmp</a:t>
            </a:r>
            <a:r>
              <a:rPr lang="en-US" sz="1200" b="0" dirty="0">
                <a:solidFill>
                  <a:srgbClr val="D4D4D4"/>
                </a:solidFill>
                <a:effectLst/>
                <a:latin typeface="Monaspace Neon" pitchFamily="50" charset="0"/>
              </a:rPr>
              <a:t> = </a:t>
            </a:r>
            <a:r>
              <a:rPr lang="en-US" sz="1200" b="0" dirty="0">
                <a:solidFill>
                  <a:srgbClr val="DCDCAA"/>
                </a:solidFill>
                <a:effectLst/>
                <a:latin typeface="Monaspace Neon" pitchFamily="50" charset="0"/>
              </a:rPr>
              <a:t>compare</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data</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first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cmp</a:t>
            </a:r>
            <a:r>
              <a:rPr lang="en-US" sz="1200" b="0" dirty="0">
                <a:solidFill>
                  <a:srgbClr val="D4D4D4"/>
                </a:solidFill>
                <a:effectLst/>
                <a:latin typeface="Monaspace Neon" pitchFamily="50" charset="0"/>
              </a:rPr>
              <a:t> &lt; </a:t>
            </a:r>
            <a:r>
              <a:rPr lang="en-US" sz="1200" b="0" dirty="0">
                <a:solidFill>
                  <a:srgbClr val="B5CEA8"/>
                </a:solidFill>
                <a:effectLst/>
                <a:latin typeface="Monaspace Neon" pitchFamily="50" charset="0"/>
              </a:rPr>
              <a:t>0</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set_left</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erase</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cmp</a:t>
            </a:r>
            <a:r>
              <a:rPr lang="en-US" sz="1200" b="0" dirty="0">
                <a:solidFill>
                  <a:srgbClr val="D4D4D4"/>
                </a:solidFill>
                <a:effectLst/>
                <a:latin typeface="Monaspace Neon" pitchFamily="50" charset="0"/>
              </a:rPr>
              <a:t> &gt; </a:t>
            </a:r>
            <a:r>
              <a:rPr lang="en-US" sz="1200" b="0" dirty="0">
                <a:solidFill>
                  <a:srgbClr val="B5CEA8"/>
                </a:solidFill>
                <a:effectLst/>
                <a:latin typeface="Monaspace Neon" pitchFamily="50" charset="0"/>
              </a:rPr>
              <a:t>0</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set_right</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erase</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key</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if</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n</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delete</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n</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err="1">
                <a:solidFill>
                  <a:srgbClr val="9CDCFE"/>
                </a:solidFill>
                <a:effectLst/>
                <a:latin typeface="Monaspace Neon" pitchFamily="50" charset="0"/>
              </a:rPr>
              <a:t>mSize</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 </a:t>
            </a:r>
            <a:r>
              <a:rPr lang="en-US" sz="1200" b="0" dirty="0">
                <a:solidFill>
                  <a:srgbClr val="C586C0"/>
                </a:solidFill>
                <a:effectLst/>
                <a:latin typeface="Monaspace Neon" pitchFamily="50" charset="0"/>
              </a:rPr>
              <a:t>else</a:t>
            </a:r>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node</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m</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while</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m</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 != </a:t>
            </a:r>
            <a:r>
              <a:rPr lang="en-US" sz="1200" b="0" dirty="0">
                <a:solidFill>
                  <a:srgbClr val="569CD6"/>
                </a:solidFill>
                <a:effectLst/>
                <a:latin typeface="Monaspace Neon" pitchFamily="50" charset="0"/>
              </a:rPr>
              <a:t>NULL</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m</a:t>
            </a:r>
            <a:r>
              <a:rPr lang="en-US" sz="1200" b="0" dirty="0">
                <a:solidFill>
                  <a:srgbClr val="D4D4D4"/>
                </a:solidFill>
                <a:effectLst/>
                <a:latin typeface="Monaspace Neon" pitchFamily="50" charset="0"/>
              </a:rPr>
              <a:t> = </a:t>
            </a:r>
            <a:r>
              <a:rPr lang="en-US" sz="1200" b="0" dirty="0">
                <a:solidFill>
                  <a:srgbClr val="9CDCFE"/>
                </a:solidFill>
                <a:effectLst/>
                <a:latin typeface="Monaspace Neon" pitchFamily="50" charset="0"/>
              </a:rPr>
              <a:t>m</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left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swap</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data</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first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m</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data</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first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4EC9B0"/>
                </a:solidFill>
                <a:effectLst/>
                <a:latin typeface="Monaspace Neon" pitchFamily="50" charset="0"/>
              </a:rPr>
              <a:t>std</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swap</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data</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second</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m</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data</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second</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err="1">
                <a:solidFill>
                  <a:srgbClr val="DCDCAA"/>
                </a:solidFill>
                <a:effectLst/>
                <a:latin typeface="Monaspace Neon" pitchFamily="50" charset="0"/>
              </a:rPr>
              <a:t>set_right</a:t>
            </a:r>
            <a:r>
              <a:rPr lang="en-US" sz="1200" b="0" dirty="0">
                <a:solidFill>
                  <a:srgbClr val="D4D4D4"/>
                </a:solidFill>
                <a:effectLst/>
                <a:latin typeface="Monaspace Neon" pitchFamily="50" charset="0"/>
              </a:rPr>
              <a:t>(</a:t>
            </a:r>
            <a:r>
              <a:rPr lang="en-US" sz="1200" b="0" dirty="0">
                <a:solidFill>
                  <a:srgbClr val="DCDCAA"/>
                </a:solidFill>
                <a:effectLst/>
                <a:latin typeface="Monaspace Neon" pitchFamily="50" charset="0"/>
              </a:rPr>
              <a:t>erase</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m</a:t>
            </a:r>
            <a:r>
              <a:rPr lang="en-US" sz="1200" b="0" dirty="0">
                <a:solidFill>
                  <a:srgbClr val="D4D4D4"/>
                </a:solidFill>
                <a:effectLst/>
                <a:latin typeface="Monaspace Neon" pitchFamily="50" charset="0"/>
              </a:rPr>
              <a:t>-&gt;</a:t>
            </a:r>
            <a:r>
              <a:rPr lang="en-US" sz="1200" b="0" dirty="0" err="1">
                <a:solidFill>
                  <a:srgbClr val="9CDCFE"/>
                </a:solidFill>
                <a:effectLst/>
                <a:latin typeface="Monaspace Neon" pitchFamily="50" charset="0"/>
              </a:rPr>
              <a:t>data</a:t>
            </a:r>
            <a:r>
              <a:rPr lang="en-US" sz="1200" b="0" dirty="0" err="1">
                <a:solidFill>
                  <a:srgbClr val="D4D4D4"/>
                </a:solidFill>
                <a:effectLst/>
                <a:latin typeface="Monaspace Neon" pitchFamily="50" charset="0"/>
              </a:rPr>
              <a:t>.</a:t>
            </a:r>
            <a:r>
              <a:rPr lang="en-US" sz="1200" b="0" dirty="0" err="1">
                <a:solidFill>
                  <a:srgbClr val="9CDCFE"/>
                </a:solidFill>
                <a:effectLst/>
                <a:latin typeface="Monaspace Neon" pitchFamily="50" charset="0"/>
              </a:rPr>
              <a:t>first</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-&gt;</a:t>
            </a:r>
            <a:r>
              <a:rPr lang="en-US" sz="1200" b="0" dirty="0">
                <a:solidFill>
                  <a:srgbClr val="9CDCFE"/>
                </a:solidFill>
                <a:effectLst/>
                <a:latin typeface="Monaspace Neon" pitchFamily="50" charset="0"/>
              </a:rPr>
              <a:t>right</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p>
          <a:p>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 = </a:t>
            </a:r>
            <a:r>
              <a:rPr lang="en-US" sz="1200" b="0" dirty="0">
                <a:solidFill>
                  <a:srgbClr val="DCDCAA"/>
                </a:solidFill>
                <a:effectLst/>
                <a:latin typeface="Monaspace Neon" pitchFamily="50" charset="0"/>
              </a:rPr>
              <a:t>rebalance</a:t>
            </a:r>
            <a:r>
              <a:rPr lang="en-US" sz="1200" b="0" dirty="0">
                <a:solidFill>
                  <a:srgbClr val="D4D4D4"/>
                </a:solidFill>
                <a:effectLst/>
                <a:latin typeface="Monaspace Neon" pitchFamily="50" charset="0"/>
              </a:rPr>
              <a:t>(</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  </a:t>
            </a:r>
            <a:r>
              <a:rPr lang="en-US" sz="1200" b="0" dirty="0">
                <a:solidFill>
                  <a:srgbClr val="C586C0"/>
                </a:solidFill>
                <a:effectLst/>
                <a:latin typeface="Monaspace Neon" pitchFamily="50" charset="0"/>
              </a:rPr>
              <a:t>return</a:t>
            </a:r>
            <a:r>
              <a:rPr lang="en-US" sz="1200" b="0" dirty="0">
                <a:solidFill>
                  <a:srgbClr val="D4D4D4"/>
                </a:solidFill>
                <a:effectLst/>
                <a:latin typeface="Monaspace Neon" pitchFamily="50" charset="0"/>
              </a:rPr>
              <a:t> </a:t>
            </a:r>
            <a:r>
              <a:rPr lang="en-US" sz="1200" b="0" dirty="0">
                <a:solidFill>
                  <a:srgbClr val="9CDCFE"/>
                </a:solidFill>
                <a:effectLst/>
                <a:latin typeface="Monaspace Neon" pitchFamily="50" charset="0"/>
              </a:rPr>
              <a:t>r</a:t>
            </a:r>
            <a:r>
              <a:rPr lang="en-US" sz="1200" b="0" dirty="0">
                <a:solidFill>
                  <a:srgbClr val="D4D4D4"/>
                </a:solidFill>
                <a:effectLst/>
                <a:latin typeface="Monaspace Neon" pitchFamily="50" charset="0"/>
              </a:rPr>
              <a:t>;</a:t>
            </a:r>
          </a:p>
          <a:p>
            <a:r>
              <a:rPr lang="en-US" sz="1200" b="0" dirty="0">
                <a:solidFill>
                  <a:srgbClr val="D4D4D4"/>
                </a:solidFill>
                <a:effectLst/>
                <a:latin typeface="Monaspace Neon" pitchFamily="50" charset="0"/>
              </a:rPr>
              <a:t>}</a:t>
            </a:r>
          </a:p>
        </p:txBody>
      </p:sp>
    </p:spTree>
    <p:extLst>
      <p:ext uri="{BB962C8B-B14F-4D97-AF65-F5344CB8AC3E}">
        <p14:creationId xmlns:p14="http://schemas.microsoft.com/office/powerpoint/2010/main" val="3345067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B745-DCBC-6F44-74F5-89E7648BC20D}"/>
              </a:ext>
            </a:extLst>
          </p:cNvPr>
          <p:cNvSpPr>
            <a:spLocks noGrp="1"/>
          </p:cNvSpPr>
          <p:nvPr>
            <p:ph type="title"/>
          </p:nvPr>
        </p:nvSpPr>
        <p:spPr/>
        <p:txBody>
          <a:bodyPr/>
          <a:lstStyle/>
          <a:p>
            <a:r>
              <a:rPr lang="en-US" dirty="0"/>
              <a:t>The Node Class</a:t>
            </a:r>
          </a:p>
        </p:txBody>
      </p:sp>
      <p:sp>
        <p:nvSpPr>
          <p:cNvPr id="3" name="Content Placeholder 2">
            <a:extLst>
              <a:ext uri="{FF2B5EF4-FFF2-40B4-BE49-F238E27FC236}">
                <a16:creationId xmlns:a16="http://schemas.microsoft.com/office/drawing/2014/main" id="{D690BAEC-DF0F-DABF-A675-4D529DEC2E51}"/>
              </a:ext>
            </a:extLst>
          </p:cNvPr>
          <p:cNvSpPr>
            <a:spLocks noGrp="1"/>
          </p:cNvSpPr>
          <p:nvPr>
            <p:ph idx="1"/>
          </p:nvPr>
        </p:nvSpPr>
        <p:spPr>
          <a:xfrm>
            <a:off x="838200" y="1358781"/>
            <a:ext cx="6618316" cy="2233539"/>
          </a:xfrm>
        </p:spPr>
        <p:txBody>
          <a:bodyPr>
            <a:normAutofit fontScale="85000" lnSpcReduction="10000"/>
          </a:bodyPr>
          <a:lstStyle/>
          <a:p>
            <a:r>
              <a:rPr lang="en-US" dirty="0"/>
              <a:t>Additional Height Value</a:t>
            </a:r>
            <a:r>
              <a:rPr lang="th-TH" dirty="0"/>
              <a:t> </a:t>
            </a:r>
            <a:r>
              <a:rPr lang="en-US" dirty="0"/>
              <a:t>stored in each node</a:t>
            </a:r>
          </a:p>
          <a:p>
            <a:pPr lvl="1"/>
            <a:r>
              <a:rPr lang="en-US" dirty="0"/>
              <a:t>Update after insert / erase only along the path</a:t>
            </a:r>
          </a:p>
          <a:p>
            <a:pPr lvl="1"/>
            <a:r>
              <a:rPr lang="en-US" sz="2400" b="0" dirty="0" err="1">
                <a:solidFill>
                  <a:srgbClr val="DCDCAA"/>
                </a:solidFill>
                <a:effectLst/>
                <a:latin typeface="Monaspace Neon" pitchFamily="50" charset="0"/>
              </a:rPr>
              <a:t>set_left</a:t>
            </a:r>
            <a:r>
              <a:rPr lang="th-TH" dirty="0"/>
              <a:t> </a:t>
            </a:r>
            <a:r>
              <a:rPr lang="en-US" dirty="0"/>
              <a:t>and </a:t>
            </a:r>
            <a:r>
              <a:rPr lang="en-US" sz="2400" b="0" dirty="0" err="1">
                <a:solidFill>
                  <a:srgbClr val="DCDCAA"/>
                </a:solidFill>
                <a:effectLst/>
                <a:latin typeface="Monaspace Neon" pitchFamily="50" charset="0"/>
              </a:rPr>
              <a:t>set_right</a:t>
            </a:r>
            <a:r>
              <a:rPr lang="en-US" dirty="0"/>
              <a:t> link child node</a:t>
            </a:r>
            <a:r>
              <a:rPr lang="en-US" sz="2400" b="0" dirty="0">
                <a:solidFill>
                  <a:srgbClr val="DCDCAA"/>
                </a:solidFill>
                <a:effectLst/>
                <a:latin typeface="Monaspace Neon" pitchFamily="50" charset="0"/>
              </a:rPr>
              <a:t> </a:t>
            </a:r>
          </a:p>
          <a:p>
            <a:pPr lvl="1"/>
            <a:r>
              <a:rPr lang="en-US" sz="2400" b="0" dirty="0" err="1">
                <a:solidFill>
                  <a:srgbClr val="DCDCAA"/>
                </a:solidFill>
                <a:effectLst/>
                <a:latin typeface="Monaspace Neon" pitchFamily="50" charset="0"/>
              </a:rPr>
              <a:t>set_height</a:t>
            </a:r>
            <a:r>
              <a:rPr lang="en-US" dirty="0">
                <a:solidFill>
                  <a:srgbClr val="DCDCAA"/>
                </a:solidFill>
                <a:latin typeface="Monaspace Neon" pitchFamily="50" charset="0"/>
              </a:rPr>
              <a:t> </a:t>
            </a:r>
            <a:r>
              <a:rPr lang="en-US" dirty="0"/>
              <a:t>recalculates height from its children’s height, it is used in </a:t>
            </a:r>
            <a:r>
              <a:rPr lang="en-US" sz="2400" b="0" dirty="0">
                <a:solidFill>
                  <a:srgbClr val="DCDCAA"/>
                </a:solidFill>
                <a:effectLst/>
                <a:latin typeface="Monaspace Neon" pitchFamily="50" charset="0"/>
              </a:rPr>
              <a:t>rebalance</a:t>
            </a:r>
            <a:endParaRPr lang="en-US" dirty="0"/>
          </a:p>
        </p:txBody>
      </p:sp>
      <p:sp>
        <p:nvSpPr>
          <p:cNvPr id="6" name="TextBox 5">
            <a:extLst>
              <a:ext uri="{FF2B5EF4-FFF2-40B4-BE49-F238E27FC236}">
                <a16:creationId xmlns:a16="http://schemas.microsoft.com/office/drawing/2014/main" id="{8DBA93F2-CCF9-3666-7A6D-E6FF06D1A5AC}"/>
              </a:ext>
            </a:extLst>
          </p:cNvPr>
          <p:cNvSpPr txBox="1"/>
          <p:nvPr/>
        </p:nvSpPr>
        <p:spPr>
          <a:xfrm>
            <a:off x="587781" y="3592320"/>
            <a:ext cx="8140581" cy="3139321"/>
          </a:xfrm>
          <a:prstGeom prst="rect">
            <a:avLst/>
          </a:prstGeom>
          <a:solidFill>
            <a:schemeClr val="bg1"/>
          </a:solidFill>
          <a:ln>
            <a:solidFill>
              <a:schemeClr val="accent4"/>
            </a:solidFill>
          </a:ln>
        </p:spPr>
        <p:txBody>
          <a:bodyPr wrap="square">
            <a:spAutoFit/>
          </a:bodyPr>
          <a:lstStyle/>
          <a:p>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node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friend</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map_avl</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protected:</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ValueT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data</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node</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node</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node</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parent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height</a:t>
            </a:r>
            <a:r>
              <a:rPr lang="en-US" sz="1100" b="0" dirty="0">
                <a:solidFill>
                  <a:srgbClr val="D4D4D4"/>
                </a:solidFill>
                <a:effectLst/>
                <a:latin typeface="Monaspace Neon" pitchFamily="50" charset="0"/>
              </a:rPr>
              <a:t>;</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node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data</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ValueT</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NULL</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NULL</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parent</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NULL</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height</a:t>
            </a:r>
            <a:r>
              <a:rPr lang="en-US" sz="1100" b="0" dirty="0">
                <a:solidFill>
                  <a:srgbClr val="D4D4D4"/>
                </a:solidFill>
                <a:effectLst/>
                <a:latin typeface="Monaspace Neon" pitchFamily="50" charset="0"/>
              </a:rPr>
              <a:t>(</a:t>
            </a:r>
            <a:r>
              <a:rPr lang="en-US" sz="1100" b="0" dirty="0">
                <a:solidFill>
                  <a:srgbClr val="B5CEA8"/>
                </a:solidFill>
                <a:effectLst/>
                <a:latin typeface="Monaspace Neon" pitchFamily="50" charset="0"/>
              </a:rPr>
              <a:t>0</a:t>
            </a:r>
            <a:r>
              <a:rPr lang="en-US" sz="1100" b="0" dirty="0">
                <a:solidFill>
                  <a:srgbClr val="D4D4D4"/>
                </a:solidFill>
                <a:effectLst/>
                <a:latin typeface="Monaspace Neon" pitchFamily="50" charset="0"/>
              </a:rPr>
              <a:t>) { }</a:t>
            </a:r>
          </a:p>
          <a:p>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DCDCAA"/>
                </a:solidFill>
                <a:effectLst/>
                <a:latin typeface="Monaspace Neon" pitchFamily="50" charset="0"/>
              </a:rPr>
              <a:t>node</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const</a:t>
            </a:r>
            <a:r>
              <a:rPr lang="en-US" sz="1100" b="0" dirty="0">
                <a:solidFill>
                  <a:srgbClr val="D4D4D4"/>
                </a:solidFill>
                <a:effectLst/>
                <a:latin typeface="Monaspace Neon" pitchFamily="50" charset="0"/>
              </a:rPr>
              <a:t> </a:t>
            </a:r>
            <a:r>
              <a:rPr lang="en-US" sz="1100" b="0" dirty="0" err="1">
                <a:solidFill>
                  <a:srgbClr val="4EC9B0"/>
                </a:solidFill>
                <a:effectLst/>
                <a:latin typeface="Monaspace Neon" pitchFamily="50" charset="0"/>
              </a:rPr>
              <a:t>ValueT</a:t>
            </a:r>
            <a:r>
              <a:rPr lang="en-US" sz="1100" b="0" dirty="0">
                <a:solidFill>
                  <a:srgbClr val="569CD6"/>
                </a:solidFill>
                <a:effectLst/>
                <a:latin typeface="Monaspace Neon" pitchFamily="50" charset="0"/>
              </a:rPr>
              <a:t>&amp;</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data</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node</a:t>
            </a:r>
            <a:r>
              <a:rPr lang="en-US" sz="1100" b="0" dirty="0">
                <a:solidFill>
                  <a:srgbClr val="569CD6"/>
                </a:solidFill>
                <a:effectLst/>
                <a:latin typeface="Monaspace Neon" pitchFamily="50" charset="0"/>
              </a:rPr>
              <a: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node</a:t>
            </a:r>
            <a:r>
              <a:rPr lang="en-US" sz="1100" b="0" dirty="0">
                <a:solidFill>
                  <a:srgbClr val="569CD6"/>
                </a:solidFill>
                <a:effectLst/>
                <a:latin typeface="Monaspace Neon" pitchFamily="50" charset="0"/>
              </a:rPr>
              <a: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node</a:t>
            </a:r>
            <a:r>
              <a:rPr lang="en-US" sz="1100" b="0" dirty="0">
                <a:solidFill>
                  <a:srgbClr val="569CD6"/>
                </a:solidFill>
                <a:effectLst/>
                <a:latin typeface="Monaspace Neon" pitchFamily="50" charset="0"/>
              </a:rPr>
              <a: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parent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data</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data</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parent</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parent</a:t>
            </a:r>
            <a:r>
              <a:rPr lang="en-US" sz="1100" b="0" dirty="0">
                <a:solidFill>
                  <a:srgbClr val="D4D4D4"/>
                </a:solidFill>
                <a:effectLst/>
                <a:latin typeface="Monaspace Neon" pitchFamily="50" charset="0"/>
              </a:rPr>
              <a:t> ) {</a:t>
            </a:r>
          </a:p>
          <a:p>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set_height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a:t>
            </a:r>
          </a:p>
        </p:txBody>
      </p:sp>
      <p:sp>
        <p:nvSpPr>
          <p:cNvPr id="5" name="TextBox 4">
            <a:extLst>
              <a:ext uri="{FF2B5EF4-FFF2-40B4-BE49-F238E27FC236}">
                <a16:creationId xmlns:a16="http://schemas.microsoft.com/office/drawing/2014/main" id="{8A3B9463-3C3A-79A9-093F-192094FA0363}"/>
              </a:ext>
            </a:extLst>
          </p:cNvPr>
          <p:cNvSpPr txBox="1"/>
          <p:nvPr/>
        </p:nvSpPr>
        <p:spPr>
          <a:xfrm>
            <a:off x="7539644" y="608094"/>
            <a:ext cx="4339244" cy="4154984"/>
          </a:xfrm>
          <a:prstGeom prst="rect">
            <a:avLst/>
          </a:prstGeom>
          <a:solidFill>
            <a:schemeClr val="bg1"/>
          </a:solidFill>
          <a:ln>
            <a:solidFill>
              <a:schemeClr val="accent4"/>
            </a:solidFill>
          </a:ln>
        </p:spPr>
        <p:txBody>
          <a:bodyPr wrap="square">
            <a:spAutoFit/>
          </a:bodyPr>
          <a:lstStyle/>
          <a:p>
            <a:r>
              <a:rPr lang="en-US" sz="1100" b="0" dirty="0">
                <a:solidFill>
                  <a:srgbClr val="569CD6"/>
                </a:solidFill>
                <a:effectLst/>
                <a:latin typeface="Monaspace Neon" pitchFamily="50" charset="0"/>
              </a:rPr>
              <a:t>class</a:t>
            </a:r>
            <a:r>
              <a:rPr lang="en-US" sz="1100" b="0" dirty="0">
                <a:solidFill>
                  <a:srgbClr val="D4D4D4"/>
                </a:solidFill>
                <a:effectLst/>
                <a:latin typeface="Monaspace Neon" pitchFamily="50" charset="0"/>
              </a:rPr>
              <a:t> </a:t>
            </a:r>
            <a:r>
              <a:rPr lang="en-US" sz="1100" b="0" dirty="0">
                <a:solidFill>
                  <a:srgbClr val="4EC9B0"/>
                </a:solidFill>
                <a:effectLst/>
                <a:latin typeface="Monaspace Neon" pitchFamily="50" charset="0"/>
              </a:rPr>
              <a:t>node</a:t>
            </a:r>
            <a:r>
              <a:rPr lang="en-US" sz="1100" b="0" dirty="0">
                <a:solidFill>
                  <a:srgbClr val="D4D4D4"/>
                </a:solidFill>
                <a:effectLst/>
                <a:latin typeface="Monaspace Neon" pitchFamily="50" charset="0"/>
              </a:rPr>
              <a:t> {</a:t>
            </a:r>
          </a:p>
          <a:p>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br>
              <a:rPr lang="en-US" sz="1100" b="0" dirty="0">
                <a:solidFill>
                  <a:srgbClr val="D4D4D4"/>
                </a:solidFill>
                <a:effectLst/>
                <a:latin typeface="Monaspace Neon" pitchFamily="50" charset="0"/>
              </a:rPr>
            </a:b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get_height</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node</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a:t>
            </a:r>
            <a:r>
              <a:rPr lang="en-US" sz="1100" b="0" dirty="0">
                <a:solidFill>
                  <a:srgbClr val="6A9955"/>
                </a:solidFill>
                <a:effectLst/>
                <a:latin typeface="Monaspace Neon" pitchFamily="50" charset="0"/>
              </a:rPr>
              <a:t> </a:t>
            </a:r>
            <a:endParaRPr lang="en-US" sz="1100" b="0" dirty="0">
              <a:solidFill>
                <a:srgbClr val="D4D4D4"/>
              </a:solidFill>
              <a:effectLst/>
              <a:latin typeface="Monaspace Neon" pitchFamily="50" charset="0"/>
            </a:endParaRP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NULL</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1</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height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void</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set_height</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hL</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get_height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r>
              <a:rPr lang="en-US" sz="1100" b="0" dirty="0" err="1">
                <a:solidFill>
                  <a:srgbClr val="9CDCFE"/>
                </a:solidFill>
                <a:effectLst/>
                <a:latin typeface="Monaspace Neon" pitchFamily="50" charset="0"/>
              </a:rPr>
              <a:t>hR</a:t>
            </a:r>
            <a:r>
              <a:rPr lang="en-US" sz="1100" b="0" dirty="0">
                <a:solidFill>
                  <a:srgbClr val="D4D4D4"/>
                </a:solidFill>
                <a:effectLst/>
                <a:latin typeface="Monaspace Neon" pitchFamily="50" charset="0"/>
              </a:rPr>
              <a:t> = </a:t>
            </a:r>
            <a:r>
              <a:rPr lang="en-US" sz="1100" b="0" dirty="0" err="1">
                <a:solidFill>
                  <a:srgbClr val="DCDCAA"/>
                </a:solidFill>
                <a:effectLst/>
                <a:latin typeface="Monaspace Neon" pitchFamily="50" charset="0"/>
              </a:rPr>
              <a:t>get_height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height</a:t>
            </a:r>
            <a:r>
              <a:rPr lang="en-US" sz="1100" b="0" dirty="0">
                <a:solidFill>
                  <a:srgbClr val="D4D4D4"/>
                </a:solidFill>
                <a:effectLst/>
                <a:latin typeface="Monaspace Neon" pitchFamily="50" charset="0"/>
              </a:rPr>
              <a:t> = </a:t>
            </a:r>
            <a:r>
              <a:rPr lang="en-US" sz="1100" b="0" dirty="0">
                <a:solidFill>
                  <a:srgbClr val="B5CEA8"/>
                </a:solidFill>
                <a:effectLst/>
                <a:latin typeface="Monaspace Neon" pitchFamily="50" charset="0"/>
              </a:rPr>
              <a:t>1</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hL</a:t>
            </a:r>
            <a:r>
              <a:rPr lang="en-US" sz="1100" b="0" dirty="0">
                <a:solidFill>
                  <a:srgbClr val="D4D4D4"/>
                </a:solidFill>
                <a:effectLst/>
                <a:latin typeface="Monaspace Neon" pitchFamily="50" charset="0"/>
              </a:rPr>
              <a:t> &gt; </a:t>
            </a:r>
            <a:r>
              <a:rPr lang="en-US" sz="1100" b="0" dirty="0" err="1">
                <a:solidFill>
                  <a:srgbClr val="9CDCFE"/>
                </a:solidFill>
                <a:effectLst/>
                <a:latin typeface="Monaspace Neon" pitchFamily="50" charset="0"/>
              </a:rPr>
              <a:t>hR</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hL</a:t>
            </a:r>
            <a:r>
              <a:rPr lang="en-US" sz="1100" b="0" dirty="0">
                <a:solidFill>
                  <a:srgbClr val="D4D4D4"/>
                </a:solidFill>
                <a:effectLst/>
                <a:latin typeface="Monaspace Neon" pitchFamily="50" charset="0"/>
              </a:rPr>
              <a:t> : </a:t>
            </a:r>
            <a:r>
              <a:rPr lang="en-US" sz="1100" b="0" dirty="0" err="1">
                <a:solidFill>
                  <a:srgbClr val="9CDCFE"/>
                </a:solidFill>
                <a:effectLst/>
                <a:latin typeface="Monaspace Neon" pitchFamily="50" charset="0"/>
              </a:rPr>
              <a:t>hR</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int</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balance_value</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return</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get_height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 – </a:t>
            </a:r>
          </a:p>
          <a:p>
            <a:r>
              <a:rPr lang="en-US" sz="1100" dirty="0">
                <a:solidFill>
                  <a:srgbClr val="D4D4D4"/>
                </a:solidFill>
                <a:latin typeface="Monaspace Neon" pitchFamily="50" charset="0"/>
              </a:rPr>
              <a:t>           </a:t>
            </a:r>
            <a:r>
              <a:rPr lang="en-US" sz="1100" b="0" dirty="0" err="1">
                <a:solidFill>
                  <a:srgbClr val="DCDCAA"/>
                </a:solidFill>
                <a:effectLst/>
                <a:latin typeface="Monaspace Neon" pitchFamily="50" charset="0"/>
              </a:rPr>
              <a:t>get_height</a:t>
            </a:r>
            <a:r>
              <a:rPr lang="en-US" sz="1100" b="0" dirty="0">
                <a:solidFill>
                  <a:srgbClr val="D4D4D4"/>
                </a:solidFill>
                <a:effectLst/>
                <a:latin typeface="Monaspace Neon" pitchFamily="50" charset="0"/>
              </a:rPr>
              <a:t>(</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void</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set_left</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node</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NULL</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left</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parent</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void</a:t>
            </a:r>
            <a:r>
              <a:rPr lang="en-US" sz="1100" b="0" dirty="0">
                <a:solidFill>
                  <a:srgbClr val="D4D4D4"/>
                </a:solidFill>
                <a:effectLst/>
                <a:latin typeface="Monaspace Neon" pitchFamily="50" charset="0"/>
              </a:rPr>
              <a:t> </a:t>
            </a:r>
            <a:r>
              <a:rPr lang="en-US" sz="1100" b="0" dirty="0" err="1">
                <a:solidFill>
                  <a:srgbClr val="DCDCAA"/>
                </a:solidFill>
                <a:effectLst/>
                <a:latin typeface="Monaspace Neon" pitchFamily="50" charset="0"/>
              </a:rPr>
              <a:t>set_right</a:t>
            </a:r>
            <a:r>
              <a:rPr lang="en-US" sz="1100" b="0" dirty="0">
                <a:solidFill>
                  <a:srgbClr val="D4D4D4"/>
                </a:solidFill>
                <a:effectLst/>
                <a:latin typeface="Monaspace Neon" pitchFamily="50" charset="0"/>
              </a:rPr>
              <a:t>(</a:t>
            </a:r>
            <a:r>
              <a:rPr lang="en-US" sz="1100" b="0" dirty="0">
                <a:solidFill>
                  <a:srgbClr val="4EC9B0"/>
                </a:solidFill>
                <a:effectLst/>
                <a:latin typeface="Monaspace Neon" pitchFamily="50" charset="0"/>
              </a:rPr>
              <a:t>node</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 =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r>
              <a:rPr lang="en-US" sz="1100" b="0" dirty="0">
                <a:solidFill>
                  <a:srgbClr val="C586C0"/>
                </a:solidFill>
                <a:effectLst/>
                <a:latin typeface="Monaspace Neon" pitchFamily="50" charset="0"/>
              </a:rPr>
              <a:t>if</a:t>
            </a:r>
            <a:r>
              <a:rPr lang="en-US" sz="1100" b="0" dirty="0">
                <a:solidFill>
                  <a:srgbClr val="D4D4D4"/>
                </a:solidFill>
                <a:effectLst/>
                <a:latin typeface="Monaspace Neon" pitchFamily="50" charset="0"/>
              </a:rPr>
              <a:t> (</a:t>
            </a:r>
            <a:r>
              <a:rPr lang="en-US" sz="1100" b="0" dirty="0">
                <a:solidFill>
                  <a:srgbClr val="9CDCFE"/>
                </a:solidFill>
                <a:effectLst/>
                <a:latin typeface="Monaspace Neon" pitchFamily="50" charset="0"/>
              </a:rPr>
              <a:t>n</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NULL</a:t>
            </a:r>
            <a:r>
              <a:rPr lang="en-US" sz="1100" b="0" dirty="0">
                <a:solidFill>
                  <a:srgbClr val="D4D4D4"/>
                </a:solidFill>
                <a:effectLst/>
                <a:latin typeface="Monaspace Neon" pitchFamily="50" charset="0"/>
              </a:rPr>
              <a:t>)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right</a:t>
            </a:r>
            <a:r>
              <a:rPr lang="en-US" sz="1100" b="0" dirty="0">
                <a:solidFill>
                  <a:srgbClr val="D4D4D4"/>
                </a:solidFill>
                <a:effectLst/>
                <a:latin typeface="Monaspace Neon" pitchFamily="50" charset="0"/>
              </a:rPr>
              <a:t>-&gt;</a:t>
            </a:r>
            <a:r>
              <a:rPr lang="en-US" sz="1100" b="0" dirty="0">
                <a:solidFill>
                  <a:srgbClr val="9CDCFE"/>
                </a:solidFill>
                <a:effectLst/>
                <a:latin typeface="Monaspace Neon" pitchFamily="50" charset="0"/>
              </a:rPr>
              <a:t>parent</a:t>
            </a:r>
            <a:r>
              <a:rPr lang="en-US" sz="1100" b="0" dirty="0">
                <a:solidFill>
                  <a:srgbClr val="D4D4D4"/>
                </a:solidFill>
                <a:effectLst/>
                <a:latin typeface="Monaspace Neon" pitchFamily="50" charset="0"/>
              </a:rPr>
              <a:t> = </a:t>
            </a:r>
            <a:r>
              <a:rPr lang="en-US" sz="1100" b="0" dirty="0">
                <a:solidFill>
                  <a:srgbClr val="569CD6"/>
                </a:solidFill>
                <a:effectLst/>
                <a:latin typeface="Monaspace Neon" pitchFamily="50" charset="0"/>
              </a:rPr>
              <a:t>this</a:t>
            </a:r>
            <a:r>
              <a:rPr lang="en-US" sz="1100" b="0" dirty="0">
                <a:solidFill>
                  <a:srgbClr val="D4D4D4"/>
                </a:solidFill>
                <a:effectLst/>
                <a:latin typeface="Monaspace Neon" pitchFamily="50" charset="0"/>
              </a:rPr>
              <a:t>;</a:t>
            </a:r>
          </a:p>
          <a:p>
            <a:r>
              <a:rPr lang="en-US" sz="1100" b="0" dirty="0">
                <a:solidFill>
                  <a:srgbClr val="D4D4D4"/>
                </a:solidFill>
                <a:effectLst/>
                <a:latin typeface="Monaspace Neon" pitchFamily="50" charset="0"/>
              </a:rPr>
              <a:t>  }</a:t>
            </a:r>
          </a:p>
          <a:p>
            <a:r>
              <a:rPr lang="en-US" sz="1100" b="0" dirty="0">
                <a:solidFill>
                  <a:srgbClr val="D4D4D4"/>
                </a:solidFill>
                <a:effectLst/>
                <a:latin typeface="Monaspace Neon" pitchFamily="50" charset="0"/>
              </a:rPr>
              <a:t>};</a:t>
            </a:r>
          </a:p>
        </p:txBody>
      </p:sp>
    </p:spTree>
    <p:extLst>
      <p:ext uri="{BB962C8B-B14F-4D97-AF65-F5344CB8AC3E}">
        <p14:creationId xmlns:p14="http://schemas.microsoft.com/office/powerpoint/2010/main" val="556082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9" name="Straight Connector 188">
            <a:extLst>
              <a:ext uri="{FF2B5EF4-FFF2-40B4-BE49-F238E27FC236}">
                <a16:creationId xmlns:a16="http://schemas.microsoft.com/office/drawing/2014/main" id="{15A563B7-9FC6-4062-6A93-9B81D611E0F4}"/>
              </a:ext>
            </a:extLst>
          </p:cNvPr>
          <p:cNvCxnSpPr>
            <a:cxnSpLocks/>
            <a:stCxn id="190" idx="1"/>
            <a:endCxn id="188" idx="1"/>
          </p:cNvCxnSpPr>
          <p:nvPr/>
        </p:nvCxnSpPr>
        <p:spPr>
          <a:xfrm flipV="1">
            <a:off x="7815159" y="3969301"/>
            <a:ext cx="139948" cy="3374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56BF72D9-8538-10B4-4CFA-DB82F2E8F65D}"/>
              </a:ext>
            </a:extLst>
          </p:cNvPr>
          <p:cNvCxnSpPr>
            <a:cxnSpLocks/>
            <a:stCxn id="173" idx="1"/>
            <a:endCxn id="168" idx="1"/>
          </p:cNvCxnSpPr>
          <p:nvPr/>
        </p:nvCxnSpPr>
        <p:spPr>
          <a:xfrm flipH="1" flipV="1">
            <a:off x="5915609" y="3682929"/>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CE35BF1-7064-498A-8A7A-777531E36D61}"/>
              </a:ext>
            </a:extLst>
          </p:cNvPr>
          <p:cNvCxnSpPr>
            <a:cxnSpLocks/>
            <a:stCxn id="118" idx="1"/>
            <a:endCxn id="115" idx="1"/>
          </p:cNvCxnSpPr>
          <p:nvPr/>
        </p:nvCxnSpPr>
        <p:spPr>
          <a:xfrm flipH="1" flipV="1">
            <a:off x="874732" y="3685165"/>
            <a:ext cx="194872" cy="28413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BB35C10-FB59-7560-EA1F-E71B76D5490A}"/>
              </a:ext>
            </a:extLst>
          </p:cNvPr>
          <p:cNvCxnSpPr>
            <a:cxnSpLocks/>
            <a:stCxn id="56" idx="1"/>
            <a:endCxn id="53" idx="1"/>
          </p:cNvCxnSpPr>
          <p:nvPr/>
        </p:nvCxnSpPr>
        <p:spPr>
          <a:xfrm flipV="1">
            <a:off x="7575830" y="1752738"/>
            <a:ext cx="163674"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B13CDC9-C4D8-4881-3DFD-838831AAA05C}"/>
              </a:ext>
            </a:extLst>
          </p:cNvPr>
          <p:cNvCxnSpPr>
            <a:cxnSpLocks/>
            <a:stCxn id="44" idx="1"/>
            <a:endCxn id="42" idx="1"/>
          </p:cNvCxnSpPr>
          <p:nvPr/>
        </p:nvCxnSpPr>
        <p:spPr>
          <a:xfrm flipH="1" flipV="1">
            <a:off x="6373008" y="1752738"/>
            <a:ext cx="199878"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F0C3F8B-F240-A8B3-3A8C-4863A771549C}"/>
              </a:ext>
            </a:extLst>
          </p:cNvPr>
          <p:cNvCxnSpPr>
            <a:cxnSpLocks/>
            <a:stCxn id="19" idx="1"/>
            <a:endCxn id="17" idx="1"/>
          </p:cNvCxnSpPr>
          <p:nvPr/>
        </p:nvCxnSpPr>
        <p:spPr>
          <a:xfrm flipH="1" flipV="1">
            <a:off x="3811948" y="1752738"/>
            <a:ext cx="199878"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84FBF71-E398-52B6-A682-5CBAFC30B7A6}"/>
              </a:ext>
            </a:extLst>
          </p:cNvPr>
          <p:cNvSpPr>
            <a:spLocks noGrp="1"/>
          </p:cNvSpPr>
          <p:nvPr>
            <p:ph type="title"/>
          </p:nvPr>
        </p:nvSpPr>
        <p:spPr/>
        <p:txBody>
          <a:bodyPr/>
          <a:lstStyle/>
          <a:p>
            <a:r>
              <a:rPr lang="en-US" dirty="0"/>
              <a:t>Example Sequence of Operation</a:t>
            </a:r>
          </a:p>
        </p:txBody>
      </p:sp>
      <p:sp>
        <p:nvSpPr>
          <p:cNvPr id="4" name="Rectangle: Rounded Corners 3">
            <a:extLst>
              <a:ext uri="{FF2B5EF4-FFF2-40B4-BE49-F238E27FC236}">
                <a16:creationId xmlns:a16="http://schemas.microsoft.com/office/drawing/2014/main" id="{3E3ECB2F-BDC1-401F-D0BE-F03DCA2859C8}"/>
              </a:ext>
            </a:extLst>
          </p:cNvPr>
          <p:cNvSpPr/>
          <p:nvPr/>
        </p:nvSpPr>
        <p:spPr>
          <a:xfrm>
            <a:off x="223368" y="1183643"/>
            <a:ext cx="746297" cy="1413982"/>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Start with a blank tree</a:t>
            </a:r>
          </a:p>
        </p:txBody>
      </p:sp>
      <p:sp>
        <p:nvSpPr>
          <p:cNvPr id="5" name="Rectangle: Rounded Corners 4">
            <a:extLst>
              <a:ext uri="{FF2B5EF4-FFF2-40B4-BE49-F238E27FC236}">
                <a16:creationId xmlns:a16="http://schemas.microsoft.com/office/drawing/2014/main" id="{0B1F47B5-2222-5BF1-4A4B-36665084EFB3}"/>
              </a:ext>
            </a:extLst>
          </p:cNvPr>
          <p:cNvSpPr/>
          <p:nvPr/>
        </p:nvSpPr>
        <p:spPr>
          <a:xfrm>
            <a:off x="1163849" y="1183643"/>
            <a:ext cx="863112" cy="1413982"/>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1</a:t>
            </a:r>
          </a:p>
        </p:txBody>
      </p:sp>
      <p:sp>
        <p:nvSpPr>
          <p:cNvPr id="7" name="Arc 6">
            <a:extLst>
              <a:ext uri="{FF2B5EF4-FFF2-40B4-BE49-F238E27FC236}">
                <a16:creationId xmlns:a16="http://schemas.microsoft.com/office/drawing/2014/main" id="{AF7685B7-5088-FE05-B52D-12B12AE6EB7B}"/>
              </a:ext>
            </a:extLst>
          </p:cNvPr>
          <p:cNvSpPr/>
          <p:nvPr/>
        </p:nvSpPr>
        <p:spPr>
          <a:xfrm>
            <a:off x="1490636"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8" name="Rectangle: Rounded Corners 7">
            <a:extLst>
              <a:ext uri="{FF2B5EF4-FFF2-40B4-BE49-F238E27FC236}">
                <a16:creationId xmlns:a16="http://schemas.microsoft.com/office/drawing/2014/main" id="{1AE651D9-B8C7-419A-F01F-7B030883BA88}"/>
              </a:ext>
            </a:extLst>
          </p:cNvPr>
          <p:cNvSpPr/>
          <p:nvPr/>
        </p:nvSpPr>
        <p:spPr>
          <a:xfrm>
            <a:off x="2226285" y="1183643"/>
            <a:ext cx="863112" cy="1413982"/>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2</a:t>
            </a:r>
          </a:p>
        </p:txBody>
      </p:sp>
      <p:cxnSp>
        <p:nvCxnSpPr>
          <p:cNvPr id="9" name="Straight Connector 8">
            <a:extLst>
              <a:ext uri="{FF2B5EF4-FFF2-40B4-BE49-F238E27FC236}">
                <a16:creationId xmlns:a16="http://schemas.microsoft.com/office/drawing/2014/main" id="{258166AE-5E97-0BB6-09AA-912B5CCB0D94}"/>
              </a:ext>
            </a:extLst>
          </p:cNvPr>
          <p:cNvCxnSpPr>
            <a:cxnSpLocks/>
            <a:stCxn id="12" idx="1"/>
            <a:endCxn id="10" idx="1"/>
          </p:cNvCxnSpPr>
          <p:nvPr/>
        </p:nvCxnSpPr>
        <p:spPr>
          <a:xfrm flipH="1" flipV="1">
            <a:off x="2626812" y="1429996"/>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Arc 9">
            <a:extLst>
              <a:ext uri="{FF2B5EF4-FFF2-40B4-BE49-F238E27FC236}">
                <a16:creationId xmlns:a16="http://schemas.microsoft.com/office/drawing/2014/main" id="{BD6CD983-F506-809D-BC48-396F7F753EA2}"/>
              </a:ext>
            </a:extLst>
          </p:cNvPr>
          <p:cNvSpPr/>
          <p:nvPr/>
        </p:nvSpPr>
        <p:spPr>
          <a:xfrm>
            <a:off x="2526873"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12" name="Arc 11">
            <a:extLst>
              <a:ext uri="{FF2B5EF4-FFF2-40B4-BE49-F238E27FC236}">
                <a16:creationId xmlns:a16="http://schemas.microsoft.com/office/drawing/2014/main" id="{EE44EFE6-6640-925C-9024-30DD07B1A868}"/>
              </a:ext>
            </a:extLst>
          </p:cNvPr>
          <p:cNvSpPr/>
          <p:nvPr/>
        </p:nvSpPr>
        <p:spPr>
          <a:xfrm>
            <a:off x="2742841"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14" name="Rectangle: Rounded Corners 13">
            <a:extLst>
              <a:ext uri="{FF2B5EF4-FFF2-40B4-BE49-F238E27FC236}">
                <a16:creationId xmlns:a16="http://schemas.microsoft.com/office/drawing/2014/main" id="{E1F60784-136F-1E5F-DF71-BA9D4C864856}"/>
              </a:ext>
            </a:extLst>
          </p:cNvPr>
          <p:cNvSpPr/>
          <p:nvPr/>
        </p:nvSpPr>
        <p:spPr>
          <a:xfrm>
            <a:off x="3286147" y="1183643"/>
            <a:ext cx="2147741" cy="1413982"/>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5 </a:t>
            </a:r>
            <a:r>
              <a:rPr lang="en-US" sz="1200">
                <a:solidFill>
                  <a:schemeClr val="tx1"/>
                </a:solidFill>
                <a:sym typeface="Wingdings" panose="05000000000000000000" pitchFamily="2" charset="2"/>
              </a:rPr>
              <a:t> rotate </a:t>
            </a:r>
            <a:r>
              <a:rPr lang="en-US" sz="1200" dirty="0">
                <a:solidFill>
                  <a:schemeClr val="tx1"/>
                </a:solidFill>
                <a:sym typeface="Wingdings" panose="05000000000000000000" pitchFamily="2" charset="2"/>
              </a:rPr>
              <a:t>at 1</a:t>
            </a:r>
            <a:endParaRPr lang="en-US" sz="1200" dirty="0">
              <a:solidFill>
                <a:schemeClr val="tx1"/>
              </a:solidFill>
            </a:endParaRPr>
          </a:p>
        </p:txBody>
      </p:sp>
      <p:cxnSp>
        <p:nvCxnSpPr>
          <p:cNvPr id="15" name="Straight Connector 14">
            <a:extLst>
              <a:ext uri="{FF2B5EF4-FFF2-40B4-BE49-F238E27FC236}">
                <a16:creationId xmlns:a16="http://schemas.microsoft.com/office/drawing/2014/main" id="{7A88C7D6-BECD-9D06-37D6-3ADDBE9C711E}"/>
              </a:ext>
            </a:extLst>
          </p:cNvPr>
          <p:cNvCxnSpPr>
            <a:cxnSpLocks/>
            <a:stCxn id="17" idx="1"/>
            <a:endCxn id="16" idx="1"/>
          </p:cNvCxnSpPr>
          <p:nvPr/>
        </p:nvCxnSpPr>
        <p:spPr>
          <a:xfrm flipH="1" flipV="1">
            <a:off x="3595980" y="1429996"/>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32952589-475A-4279-D59C-F20FCDF81C5B}"/>
              </a:ext>
            </a:extLst>
          </p:cNvPr>
          <p:cNvSpPr/>
          <p:nvPr/>
        </p:nvSpPr>
        <p:spPr>
          <a:xfrm>
            <a:off x="3496041"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17" name="Arc 16">
            <a:extLst>
              <a:ext uri="{FF2B5EF4-FFF2-40B4-BE49-F238E27FC236}">
                <a16:creationId xmlns:a16="http://schemas.microsoft.com/office/drawing/2014/main" id="{9EAE5DB7-8F44-0B67-A69E-1B6C701B93B6}"/>
              </a:ext>
            </a:extLst>
          </p:cNvPr>
          <p:cNvSpPr/>
          <p:nvPr/>
        </p:nvSpPr>
        <p:spPr>
          <a:xfrm>
            <a:off x="3712009"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19" name="Arc 18">
            <a:extLst>
              <a:ext uri="{FF2B5EF4-FFF2-40B4-BE49-F238E27FC236}">
                <a16:creationId xmlns:a16="http://schemas.microsoft.com/office/drawing/2014/main" id="{1D3F35A3-B8ED-E673-A76F-29FD8325A3A7}"/>
              </a:ext>
            </a:extLst>
          </p:cNvPr>
          <p:cNvSpPr/>
          <p:nvPr/>
        </p:nvSpPr>
        <p:spPr>
          <a:xfrm>
            <a:off x="3911887"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cxnSp>
        <p:nvCxnSpPr>
          <p:cNvPr id="23" name="Straight Connector 22">
            <a:extLst>
              <a:ext uri="{FF2B5EF4-FFF2-40B4-BE49-F238E27FC236}">
                <a16:creationId xmlns:a16="http://schemas.microsoft.com/office/drawing/2014/main" id="{167E4D8B-2366-D5CF-8847-841F0DB179BA}"/>
              </a:ext>
            </a:extLst>
          </p:cNvPr>
          <p:cNvCxnSpPr>
            <a:cxnSpLocks/>
            <a:stCxn id="27" idx="1"/>
            <a:endCxn id="26" idx="1"/>
          </p:cNvCxnSpPr>
          <p:nvPr/>
        </p:nvCxnSpPr>
        <p:spPr>
          <a:xfrm flipH="1" flipV="1">
            <a:off x="4893468" y="1429996"/>
            <a:ext cx="19987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D2E673C-A022-A459-5AAD-D8CD71044D5A}"/>
              </a:ext>
            </a:extLst>
          </p:cNvPr>
          <p:cNvCxnSpPr>
            <a:cxnSpLocks/>
            <a:stCxn id="26" idx="1"/>
            <a:endCxn id="25" idx="1"/>
          </p:cNvCxnSpPr>
          <p:nvPr/>
        </p:nvCxnSpPr>
        <p:spPr>
          <a:xfrm flipH="1">
            <a:off x="4677500" y="1429996"/>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47634F99-BD78-8C09-27DD-CD5B6045AF4C}"/>
              </a:ext>
            </a:extLst>
          </p:cNvPr>
          <p:cNvSpPr/>
          <p:nvPr/>
        </p:nvSpPr>
        <p:spPr>
          <a:xfrm>
            <a:off x="4577561"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26" name="Arc 25">
            <a:extLst>
              <a:ext uri="{FF2B5EF4-FFF2-40B4-BE49-F238E27FC236}">
                <a16:creationId xmlns:a16="http://schemas.microsoft.com/office/drawing/2014/main" id="{D4A310E7-8B5D-B319-ADB4-C1857300A152}"/>
              </a:ext>
            </a:extLst>
          </p:cNvPr>
          <p:cNvSpPr/>
          <p:nvPr/>
        </p:nvSpPr>
        <p:spPr>
          <a:xfrm>
            <a:off x="4793529"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27" name="Arc 26">
            <a:extLst>
              <a:ext uri="{FF2B5EF4-FFF2-40B4-BE49-F238E27FC236}">
                <a16:creationId xmlns:a16="http://schemas.microsoft.com/office/drawing/2014/main" id="{DBECF5F7-EFD4-0A1B-A881-48315A420B58}"/>
              </a:ext>
            </a:extLst>
          </p:cNvPr>
          <p:cNvSpPr/>
          <p:nvPr/>
        </p:nvSpPr>
        <p:spPr>
          <a:xfrm>
            <a:off x="4993407"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33" name="Rectangle: Rounded Corners 32">
            <a:extLst>
              <a:ext uri="{FF2B5EF4-FFF2-40B4-BE49-F238E27FC236}">
                <a16:creationId xmlns:a16="http://schemas.microsoft.com/office/drawing/2014/main" id="{AB93DE65-F40D-34C7-D014-71071B7E3B38}"/>
              </a:ext>
            </a:extLst>
          </p:cNvPr>
          <p:cNvSpPr/>
          <p:nvPr/>
        </p:nvSpPr>
        <p:spPr>
          <a:xfrm>
            <a:off x="5630638" y="1183643"/>
            <a:ext cx="1171059" cy="1413982"/>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7</a:t>
            </a:r>
          </a:p>
        </p:txBody>
      </p:sp>
      <p:cxnSp>
        <p:nvCxnSpPr>
          <p:cNvPr id="38" name="Straight Connector 37">
            <a:extLst>
              <a:ext uri="{FF2B5EF4-FFF2-40B4-BE49-F238E27FC236}">
                <a16:creationId xmlns:a16="http://schemas.microsoft.com/office/drawing/2014/main" id="{E8638680-6C6B-C90C-895F-5E50E5FEE87E}"/>
              </a:ext>
            </a:extLst>
          </p:cNvPr>
          <p:cNvCxnSpPr>
            <a:cxnSpLocks/>
            <a:stCxn id="42" idx="1"/>
            <a:endCxn id="41" idx="1"/>
          </p:cNvCxnSpPr>
          <p:nvPr/>
        </p:nvCxnSpPr>
        <p:spPr>
          <a:xfrm flipH="1" flipV="1">
            <a:off x="6173130" y="1429996"/>
            <a:ext cx="19987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723409F-7AAD-EEAC-AB45-2D9FBFAAC5E5}"/>
              </a:ext>
            </a:extLst>
          </p:cNvPr>
          <p:cNvCxnSpPr>
            <a:cxnSpLocks/>
            <a:stCxn id="41" idx="1"/>
            <a:endCxn id="40" idx="1"/>
          </p:cNvCxnSpPr>
          <p:nvPr/>
        </p:nvCxnSpPr>
        <p:spPr>
          <a:xfrm flipH="1">
            <a:off x="5957162" y="1429996"/>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40" name="Arc 39">
            <a:extLst>
              <a:ext uri="{FF2B5EF4-FFF2-40B4-BE49-F238E27FC236}">
                <a16:creationId xmlns:a16="http://schemas.microsoft.com/office/drawing/2014/main" id="{41FF5E63-386A-10F9-539A-5B1C48307A36}"/>
              </a:ext>
            </a:extLst>
          </p:cNvPr>
          <p:cNvSpPr/>
          <p:nvPr/>
        </p:nvSpPr>
        <p:spPr>
          <a:xfrm>
            <a:off x="5857223"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41" name="Arc 40">
            <a:extLst>
              <a:ext uri="{FF2B5EF4-FFF2-40B4-BE49-F238E27FC236}">
                <a16:creationId xmlns:a16="http://schemas.microsoft.com/office/drawing/2014/main" id="{797E1C27-0940-4FEC-3093-2785B9CE644C}"/>
              </a:ext>
            </a:extLst>
          </p:cNvPr>
          <p:cNvSpPr/>
          <p:nvPr/>
        </p:nvSpPr>
        <p:spPr>
          <a:xfrm>
            <a:off x="6073191"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42" name="Arc 41">
            <a:extLst>
              <a:ext uri="{FF2B5EF4-FFF2-40B4-BE49-F238E27FC236}">
                <a16:creationId xmlns:a16="http://schemas.microsoft.com/office/drawing/2014/main" id="{8EE5009D-0A59-6FA1-2A77-ACC888EF96ED}"/>
              </a:ext>
            </a:extLst>
          </p:cNvPr>
          <p:cNvSpPr/>
          <p:nvPr/>
        </p:nvSpPr>
        <p:spPr>
          <a:xfrm>
            <a:off x="6273069"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44" name="Arc 43">
            <a:extLst>
              <a:ext uri="{FF2B5EF4-FFF2-40B4-BE49-F238E27FC236}">
                <a16:creationId xmlns:a16="http://schemas.microsoft.com/office/drawing/2014/main" id="{5026AB8F-C3B2-43E2-F46A-AA93EB10830B}"/>
              </a:ext>
            </a:extLst>
          </p:cNvPr>
          <p:cNvSpPr/>
          <p:nvPr/>
        </p:nvSpPr>
        <p:spPr>
          <a:xfrm>
            <a:off x="6472947"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cxnSp>
        <p:nvCxnSpPr>
          <p:cNvPr id="47" name="Straight Connector 46">
            <a:extLst>
              <a:ext uri="{FF2B5EF4-FFF2-40B4-BE49-F238E27FC236}">
                <a16:creationId xmlns:a16="http://schemas.microsoft.com/office/drawing/2014/main" id="{00A88759-1477-8680-E978-813218FC8FD2}"/>
              </a:ext>
            </a:extLst>
          </p:cNvPr>
          <p:cNvCxnSpPr>
            <a:cxnSpLocks/>
            <a:stCxn id="54" idx="1"/>
            <a:endCxn id="53" idx="1"/>
          </p:cNvCxnSpPr>
          <p:nvPr/>
        </p:nvCxnSpPr>
        <p:spPr>
          <a:xfrm flipH="1" flipV="1">
            <a:off x="7739504" y="1752738"/>
            <a:ext cx="199878"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776051E6-123E-5FF2-7670-2F4DDA0EDD9A}"/>
              </a:ext>
            </a:extLst>
          </p:cNvPr>
          <p:cNvSpPr/>
          <p:nvPr/>
        </p:nvSpPr>
        <p:spPr>
          <a:xfrm>
            <a:off x="6997134" y="1183643"/>
            <a:ext cx="1171059" cy="1413982"/>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3</a:t>
            </a:r>
          </a:p>
        </p:txBody>
      </p:sp>
      <p:cxnSp>
        <p:nvCxnSpPr>
          <p:cNvPr id="49" name="Straight Connector 48">
            <a:extLst>
              <a:ext uri="{FF2B5EF4-FFF2-40B4-BE49-F238E27FC236}">
                <a16:creationId xmlns:a16="http://schemas.microsoft.com/office/drawing/2014/main" id="{466798FD-78BF-1980-1E69-FF8325AAD126}"/>
              </a:ext>
            </a:extLst>
          </p:cNvPr>
          <p:cNvCxnSpPr>
            <a:cxnSpLocks/>
            <a:stCxn id="53" idx="1"/>
            <a:endCxn id="52" idx="1"/>
          </p:cNvCxnSpPr>
          <p:nvPr/>
        </p:nvCxnSpPr>
        <p:spPr>
          <a:xfrm flipH="1" flipV="1">
            <a:off x="7539626" y="1429996"/>
            <a:ext cx="19987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C35A716-2FCD-24BC-649B-5EE77BC7B245}"/>
              </a:ext>
            </a:extLst>
          </p:cNvPr>
          <p:cNvCxnSpPr>
            <a:cxnSpLocks/>
            <a:stCxn id="52" idx="1"/>
            <a:endCxn id="51" idx="1"/>
          </p:cNvCxnSpPr>
          <p:nvPr/>
        </p:nvCxnSpPr>
        <p:spPr>
          <a:xfrm flipH="1">
            <a:off x="7323658" y="1429996"/>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51" name="Arc 50">
            <a:extLst>
              <a:ext uri="{FF2B5EF4-FFF2-40B4-BE49-F238E27FC236}">
                <a16:creationId xmlns:a16="http://schemas.microsoft.com/office/drawing/2014/main" id="{219A378B-E0CF-6D0A-00ED-F330DDEE31CA}"/>
              </a:ext>
            </a:extLst>
          </p:cNvPr>
          <p:cNvSpPr/>
          <p:nvPr/>
        </p:nvSpPr>
        <p:spPr>
          <a:xfrm>
            <a:off x="7223719"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52" name="Arc 51">
            <a:extLst>
              <a:ext uri="{FF2B5EF4-FFF2-40B4-BE49-F238E27FC236}">
                <a16:creationId xmlns:a16="http://schemas.microsoft.com/office/drawing/2014/main" id="{6BF1CAB7-E424-A5FC-E08E-27E69960D14F}"/>
              </a:ext>
            </a:extLst>
          </p:cNvPr>
          <p:cNvSpPr/>
          <p:nvPr/>
        </p:nvSpPr>
        <p:spPr>
          <a:xfrm>
            <a:off x="7439687"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53" name="Arc 52">
            <a:extLst>
              <a:ext uri="{FF2B5EF4-FFF2-40B4-BE49-F238E27FC236}">
                <a16:creationId xmlns:a16="http://schemas.microsoft.com/office/drawing/2014/main" id="{4FC3B5F4-EA13-6E3C-6842-26DA5B8FFC8D}"/>
              </a:ext>
            </a:extLst>
          </p:cNvPr>
          <p:cNvSpPr/>
          <p:nvPr/>
        </p:nvSpPr>
        <p:spPr>
          <a:xfrm>
            <a:off x="7639565"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54" name="Arc 53">
            <a:extLst>
              <a:ext uri="{FF2B5EF4-FFF2-40B4-BE49-F238E27FC236}">
                <a16:creationId xmlns:a16="http://schemas.microsoft.com/office/drawing/2014/main" id="{58378405-506B-4791-BDB8-34505D689A01}"/>
              </a:ext>
            </a:extLst>
          </p:cNvPr>
          <p:cNvSpPr/>
          <p:nvPr/>
        </p:nvSpPr>
        <p:spPr>
          <a:xfrm>
            <a:off x="7839443"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56" name="Arc 55">
            <a:extLst>
              <a:ext uri="{FF2B5EF4-FFF2-40B4-BE49-F238E27FC236}">
                <a16:creationId xmlns:a16="http://schemas.microsoft.com/office/drawing/2014/main" id="{9BB5155D-25E5-B22D-6370-F457CB8DAB43}"/>
              </a:ext>
            </a:extLst>
          </p:cNvPr>
          <p:cNvSpPr/>
          <p:nvPr/>
        </p:nvSpPr>
        <p:spPr>
          <a:xfrm>
            <a:off x="7475891"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cxnSp>
        <p:nvCxnSpPr>
          <p:cNvPr id="60" name="Straight Connector 59">
            <a:extLst>
              <a:ext uri="{FF2B5EF4-FFF2-40B4-BE49-F238E27FC236}">
                <a16:creationId xmlns:a16="http://schemas.microsoft.com/office/drawing/2014/main" id="{78F82E5A-B019-7A06-1059-911500B5EFAA}"/>
              </a:ext>
            </a:extLst>
          </p:cNvPr>
          <p:cNvCxnSpPr>
            <a:cxnSpLocks/>
            <a:stCxn id="69" idx="1"/>
            <a:endCxn id="67" idx="1"/>
          </p:cNvCxnSpPr>
          <p:nvPr/>
        </p:nvCxnSpPr>
        <p:spPr>
          <a:xfrm flipV="1">
            <a:off x="8794217" y="1752738"/>
            <a:ext cx="163674"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14CBC5B-C49B-E700-11EC-76061510C1C9}"/>
              </a:ext>
            </a:extLst>
          </p:cNvPr>
          <p:cNvCxnSpPr>
            <a:cxnSpLocks/>
            <a:stCxn id="68" idx="1"/>
            <a:endCxn id="67" idx="1"/>
          </p:cNvCxnSpPr>
          <p:nvPr/>
        </p:nvCxnSpPr>
        <p:spPr>
          <a:xfrm flipH="1" flipV="1">
            <a:off x="8957891" y="1752738"/>
            <a:ext cx="199878"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2" name="Rectangle: Rounded Corners 61">
            <a:extLst>
              <a:ext uri="{FF2B5EF4-FFF2-40B4-BE49-F238E27FC236}">
                <a16:creationId xmlns:a16="http://schemas.microsoft.com/office/drawing/2014/main" id="{89D8CAD7-1D02-330B-EC1E-6794E6842E0A}"/>
              </a:ext>
            </a:extLst>
          </p:cNvPr>
          <p:cNvSpPr/>
          <p:nvPr/>
        </p:nvSpPr>
        <p:spPr>
          <a:xfrm>
            <a:off x="8369969" y="1183643"/>
            <a:ext cx="2245151" cy="1413982"/>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Delete 1 </a:t>
            </a:r>
            <a:r>
              <a:rPr lang="en-US" sz="1200" dirty="0">
                <a:solidFill>
                  <a:schemeClr val="tx1"/>
                </a:solidFill>
                <a:sym typeface="Wingdings" panose="05000000000000000000" pitchFamily="2" charset="2"/>
              </a:rPr>
              <a:t> rotate at 2</a:t>
            </a:r>
            <a:endParaRPr lang="en-US" sz="1200" dirty="0">
              <a:solidFill>
                <a:schemeClr val="tx1"/>
              </a:solidFill>
            </a:endParaRPr>
          </a:p>
        </p:txBody>
      </p:sp>
      <p:cxnSp>
        <p:nvCxnSpPr>
          <p:cNvPr id="63" name="Straight Connector 62">
            <a:extLst>
              <a:ext uri="{FF2B5EF4-FFF2-40B4-BE49-F238E27FC236}">
                <a16:creationId xmlns:a16="http://schemas.microsoft.com/office/drawing/2014/main" id="{BA413C23-B3A5-2F2B-73B9-DB06DF6C39CF}"/>
              </a:ext>
            </a:extLst>
          </p:cNvPr>
          <p:cNvCxnSpPr>
            <a:cxnSpLocks/>
            <a:stCxn id="67" idx="1"/>
            <a:endCxn id="66" idx="1"/>
          </p:cNvCxnSpPr>
          <p:nvPr/>
        </p:nvCxnSpPr>
        <p:spPr>
          <a:xfrm flipH="1" flipV="1">
            <a:off x="8758013" y="1429996"/>
            <a:ext cx="19987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6" name="Arc 65">
            <a:extLst>
              <a:ext uri="{FF2B5EF4-FFF2-40B4-BE49-F238E27FC236}">
                <a16:creationId xmlns:a16="http://schemas.microsoft.com/office/drawing/2014/main" id="{25E19957-42DB-6EC8-81EB-BB19233EA99A}"/>
              </a:ext>
            </a:extLst>
          </p:cNvPr>
          <p:cNvSpPr/>
          <p:nvPr/>
        </p:nvSpPr>
        <p:spPr>
          <a:xfrm>
            <a:off x="8658074"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67" name="Arc 66">
            <a:extLst>
              <a:ext uri="{FF2B5EF4-FFF2-40B4-BE49-F238E27FC236}">
                <a16:creationId xmlns:a16="http://schemas.microsoft.com/office/drawing/2014/main" id="{7EB06AC1-F797-0824-13C5-AF330FDFB480}"/>
              </a:ext>
            </a:extLst>
          </p:cNvPr>
          <p:cNvSpPr/>
          <p:nvPr/>
        </p:nvSpPr>
        <p:spPr>
          <a:xfrm>
            <a:off x="8857952"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68" name="Arc 67">
            <a:extLst>
              <a:ext uri="{FF2B5EF4-FFF2-40B4-BE49-F238E27FC236}">
                <a16:creationId xmlns:a16="http://schemas.microsoft.com/office/drawing/2014/main" id="{FBB52D91-B8B3-56BD-7FCE-20548B260C7E}"/>
              </a:ext>
            </a:extLst>
          </p:cNvPr>
          <p:cNvSpPr/>
          <p:nvPr/>
        </p:nvSpPr>
        <p:spPr>
          <a:xfrm>
            <a:off x="9057830"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69" name="Arc 68">
            <a:extLst>
              <a:ext uri="{FF2B5EF4-FFF2-40B4-BE49-F238E27FC236}">
                <a16:creationId xmlns:a16="http://schemas.microsoft.com/office/drawing/2014/main" id="{158CA422-6768-1C4E-DFAA-175703185850}"/>
              </a:ext>
            </a:extLst>
          </p:cNvPr>
          <p:cNvSpPr/>
          <p:nvPr/>
        </p:nvSpPr>
        <p:spPr>
          <a:xfrm>
            <a:off x="8694278"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cxnSp>
        <p:nvCxnSpPr>
          <p:cNvPr id="70" name="Straight Connector 69">
            <a:extLst>
              <a:ext uri="{FF2B5EF4-FFF2-40B4-BE49-F238E27FC236}">
                <a16:creationId xmlns:a16="http://schemas.microsoft.com/office/drawing/2014/main" id="{26C4E5A4-A0B6-2B92-69FC-C59D6D6E44B9}"/>
              </a:ext>
            </a:extLst>
          </p:cNvPr>
          <p:cNvCxnSpPr>
            <a:cxnSpLocks/>
            <a:stCxn id="76" idx="1"/>
            <a:endCxn id="73" idx="1"/>
          </p:cNvCxnSpPr>
          <p:nvPr/>
        </p:nvCxnSpPr>
        <p:spPr>
          <a:xfrm flipH="1" flipV="1">
            <a:off x="9873310" y="1752738"/>
            <a:ext cx="191147"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A7106B1-72F7-2BAA-2815-ECF03B70ED2A}"/>
              </a:ext>
            </a:extLst>
          </p:cNvPr>
          <p:cNvCxnSpPr>
            <a:cxnSpLocks/>
            <a:stCxn id="75" idx="1"/>
            <a:endCxn id="74" idx="1"/>
          </p:cNvCxnSpPr>
          <p:nvPr/>
        </p:nvCxnSpPr>
        <p:spPr>
          <a:xfrm flipH="1" flipV="1">
            <a:off x="10089278" y="1429996"/>
            <a:ext cx="19987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AD8FDA1-6367-3702-B220-27751A05DC20}"/>
              </a:ext>
            </a:extLst>
          </p:cNvPr>
          <p:cNvCxnSpPr>
            <a:cxnSpLocks/>
            <a:stCxn id="74" idx="1"/>
            <a:endCxn id="73" idx="1"/>
          </p:cNvCxnSpPr>
          <p:nvPr/>
        </p:nvCxnSpPr>
        <p:spPr>
          <a:xfrm flipH="1">
            <a:off x="9873310" y="1429996"/>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73" name="Arc 72">
            <a:extLst>
              <a:ext uri="{FF2B5EF4-FFF2-40B4-BE49-F238E27FC236}">
                <a16:creationId xmlns:a16="http://schemas.microsoft.com/office/drawing/2014/main" id="{178B5914-C773-B187-D81D-727D890E53B2}"/>
              </a:ext>
            </a:extLst>
          </p:cNvPr>
          <p:cNvSpPr/>
          <p:nvPr/>
        </p:nvSpPr>
        <p:spPr>
          <a:xfrm>
            <a:off x="9773371"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74" name="Arc 73">
            <a:extLst>
              <a:ext uri="{FF2B5EF4-FFF2-40B4-BE49-F238E27FC236}">
                <a16:creationId xmlns:a16="http://schemas.microsoft.com/office/drawing/2014/main" id="{B1E9319A-19FF-ABC4-01E7-F89045C69289}"/>
              </a:ext>
            </a:extLst>
          </p:cNvPr>
          <p:cNvSpPr/>
          <p:nvPr/>
        </p:nvSpPr>
        <p:spPr>
          <a:xfrm>
            <a:off x="9989339"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75" name="Arc 74">
            <a:extLst>
              <a:ext uri="{FF2B5EF4-FFF2-40B4-BE49-F238E27FC236}">
                <a16:creationId xmlns:a16="http://schemas.microsoft.com/office/drawing/2014/main" id="{70172F98-464F-AB1B-F518-E09E6530E90C}"/>
              </a:ext>
            </a:extLst>
          </p:cNvPr>
          <p:cNvSpPr/>
          <p:nvPr/>
        </p:nvSpPr>
        <p:spPr>
          <a:xfrm>
            <a:off x="10189217"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76" name="Arc 75">
            <a:extLst>
              <a:ext uri="{FF2B5EF4-FFF2-40B4-BE49-F238E27FC236}">
                <a16:creationId xmlns:a16="http://schemas.microsoft.com/office/drawing/2014/main" id="{291935A5-CB62-45E2-DBBD-417E4ECA6E37}"/>
              </a:ext>
            </a:extLst>
          </p:cNvPr>
          <p:cNvSpPr/>
          <p:nvPr/>
        </p:nvSpPr>
        <p:spPr>
          <a:xfrm>
            <a:off x="9964518"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81" name="Arrow: Right 80">
            <a:extLst>
              <a:ext uri="{FF2B5EF4-FFF2-40B4-BE49-F238E27FC236}">
                <a16:creationId xmlns:a16="http://schemas.microsoft.com/office/drawing/2014/main" id="{52C3C8BF-10F1-7159-12DE-6CA6367E6E55}"/>
              </a:ext>
            </a:extLst>
          </p:cNvPr>
          <p:cNvSpPr/>
          <p:nvPr/>
        </p:nvSpPr>
        <p:spPr>
          <a:xfrm>
            <a:off x="4160182" y="1652799"/>
            <a:ext cx="308422" cy="161855"/>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2" name="Arrow: Right 81">
            <a:extLst>
              <a:ext uri="{FF2B5EF4-FFF2-40B4-BE49-F238E27FC236}">
                <a16:creationId xmlns:a16="http://schemas.microsoft.com/office/drawing/2014/main" id="{82A8E428-32EB-5ECE-107B-FB8E7A5338D5}"/>
              </a:ext>
            </a:extLst>
          </p:cNvPr>
          <p:cNvSpPr/>
          <p:nvPr/>
        </p:nvSpPr>
        <p:spPr>
          <a:xfrm>
            <a:off x="9282529" y="1652799"/>
            <a:ext cx="308422" cy="161855"/>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27E17C8C-6357-B575-A9A6-A198BF4137DD}"/>
              </a:ext>
            </a:extLst>
          </p:cNvPr>
          <p:cNvCxnSpPr>
            <a:cxnSpLocks/>
            <a:stCxn id="92" idx="1"/>
            <a:endCxn id="88" idx="1"/>
          </p:cNvCxnSpPr>
          <p:nvPr/>
        </p:nvCxnSpPr>
        <p:spPr>
          <a:xfrm flipV="1">
            <a:off x="11103103" y="1752738"/>
            <a:ext cx="171874"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46E2DD3-51EE-FE7C-45C7-1FBF11164CF3}"/>
              </a:ext>
            </a:extLst>
          </p:cNvPr>
          <p:cNvCxnSpPr>
            <a:cxnSpLocks/>
            <a:stCxn id="91" idx="1"/>
            <a:endCxn id="88" idx="1"/>
          </p:cNvCxnSpPr>
          <p:nvPr/>
        </p:nvCxnSpPr>
        <p:spPr>
          <a:xfrm flipH="1" flipV="1">
            <a:off x="11274977" y="1752738"/>
            <a:ext cx="190262"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85" name="Rectangle: Rounded Corners 84">
            <a:extLst>
              <a:ext uri="{FF2B5EF4-FFF2-40B4-BE49-F238E27FC236}">
                <a16:creationId xmlns:a16="http://schemas.microsoft.com/office/drawing/2014/main" id="{A51931F9-EEF9-D364-1243-2FC187724C4F}"/>
              </a:ext>
            </a:extLst>
          </p:cNvPr>
          <p:cNvSpPr/>
          <p:nvPr/>
        </p:nvSpPr>
        <p:spPr>
          <a:xfrm>
            <a:off x="10813875" y="1183643"/>
            <a:ext cx="1171059" cy="1413982"/>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1</a:t>
            </a:r>
          </a:p>
        </p:txBody>
      </p:sp>
      <p:cxnSp>
        <p:nvCxnSpPr>
          <p:cNvPr id="86" name="Straight Connector 85">
            <a:extLst>
              <a:ext uri="{FF2B5EF4-FFF2-40B4-BE49-F238E27FC236}">
                <a16:creationId xmlns:a16="http://schemas.microsoft.com/office/drawing/2014/main" id="{CC76BB39-6E9A-E5DE-9A40-B112A40502EC}"/>
              </a:ext>
            </a:extLst>
          </p:cNvPr>
          <p:cNvCxnSpPr>
            <a:cxnSpLocks/>
            <a:stCxn id="90" idx="1"/>
            <a:endCxn id="89" idx="1"/>
          </p:cNvCxnSpPr>
          <p:nvPr/>
        </p:nvCxnSpPr>
        <p:spPr>
          <a:xfrm flipH="1" flipV="1">
            <a:off x="11490945" y="1429996"/>
            <a:ext cx="19987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6D20BE3-4024-5DB7-9CBF-7EF3B1234938}"/>
              </a:ext>
            </a:extLst>
          </p:cNvPr>
          <p:cNvCxnSpPr>
            <a:cxnSpLocks/>
            <a:stCxn id="89" idx="1"/>
            <a:endCxn id="88" idx="1"/>
          </p:cNvCxnSpPr>
          <p:nvPr/>
        </p:nvCxnSpPr>
        <p:spPr>
          <a:xfrm flipH="1">
            <a:off x="11274977" y="1429996"/>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88" name="Arc 87">
            <a:extLst>
              <a:ext uri="{FF2B5EF4-FFF2-40B4-BE49-F238E27FC236}">
                <a16:creationId xmlns:a16="http://schemas.microsoft.com/office/drawing/2014/main" id="{B5A6519D-380B-A52B-B485-96C776D7AEFD}"/>
              </a:ext>
            </a:extLst>
          </p:cNvPr>
          <p:cNvSpPr/>
          <p:nvPr/>
        </p:nvSpPr>
        <p:spPr>
          <a:xfrm>
            <a:off x="11175038"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89" name="Arc 88">
            <a:extLst>
              <a:ext uri="{FF2B5EF4-FFF2-40B4-BE49-F238E27FC236}">
                <a16:creationId xmlns:a16="http://schemas.microsoft.com/office/drawing/2014/main" id="{D39D21A0-3445-B128-8117-97310BF4FC46}"/>
              </a:ext>
            </a:extLst>
          </p:cNvPr>
          <p:cNvSpPr/>
          <p:nvPr/>
        </p:nvSpPr>
        <p:spPr>
          <a:xfrm>
            <a:off x="11391006" y="133005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90" name="Arc 89">
            <a:extLst>
              <a:ext uri="{FF2B5EF4-FFF2-40B4-BE49-F238E27FC236}">
                <a16:creationId xmlns:a16="http://schemas.microsoft.com/office/drawing/2014/main" id="{69E7E2F7-7909-19EA-FCD9-5B15AFE96F32}"/>
              </a:ext>
            </a:extLst>
          </p:cNvPr>
          <p:cNvSpPr/>
          <p:nvPr/>
        </p:nvSpPr>
        <p:spPr>
          <a:xfrm>
            <a:off x="11590884" y="165279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91" name="Arc 90">
            <a:extLst>
              <a:ext uri="{FF2B5EF4-FFF2-40B4-BE49-F238E27FC236}">
                <a16:creationId xmlns:a16="http://schemas.microsoft.com/office/drawing/2014/main" id="{B25CBE0D-321D-92BA-DBB2-FC8722BDE778}"/>
              </a:ext>
            </a:extLst>
          </p:cNvPr>
          <p:cNvSpPr/>
          <p:nvPr/>
        </p:nvSpPr>
        <p:spPr>
          <a:xfrm>
            <a:off x="11365300"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92" name="Arc 91">
            <a:extLst>
              <a:ext uri="{FF2B5EF4-FFF2-40B4-BE49-F238E27FC236}">
                <a16:creationId xmlns:a16="http://schemas.microsoft.com/office/drawing/2014/main" id="{DB52F1D3-FE84-DDB4-F128-D11C16C9B722}"/>
              </a:ext>
            </a:extLst>
          </p:cNvPr>
          <p:cNvSpPr/>
          <p:nvPr/>
        </p:nvSpPr>
        <p:spPr>
          <a:xfrm>
            <a:off x="11003164" y="192533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cxnSp>
        <p:nvCxnSpPr>
          <p:cNvPr id="107" name="Straight Connector 106">
            <a:extLst>
              <a:ext uri="{FF2B5EF4-FFF2-40B4-BE49-F238E27FC236}">
                <a16:creationId xmlns:a16="http://schemas.microsoft.com/office/drawing/2014/main" id="{79679D9A-8CF9-56FA-0A5B-06C80E12D76E}"/>
              </a:ext>
            </a:extLst>
          </p:cNvPr>
          <p:cNvCxnSpPr>
            <a:cxnSpLocks/>
            <a:stCxn id="116" idx="1"/>
            <a:endCxn id="112" idx="1"/>
          </p:cNvCxnSpPr>
          <p:nvPr/>
        </p:nvCxnSpPr>
        <p:spPr>
          <a:xfrm flipV="1">
            <a:off x="512596" y="3412630"/>
            <a:ext cx="171874"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624AB34-36C8-9E87-719F-130FD049B189}"/>
              </a:ext>
            </a:extLst>
          </p:cNvPr>
          <p:cNvCxnSpPr>
            <a:cxnSpLocks/>
            <a:stCxn id="115" idx="1"/>
            <a:endCxn id="112" idx="1"/>
          </p:cNvCxnSpPr>
          <p:nvPr/>
        </p:nvCxnSpPr>
        <p:spPr>
          <a:xfrm flipH="1" flipV="1">
            <a:off x="684470" y="3412630"/>
            <a:ext cx="190262"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09" name="Rectangle: Rounded Corners 108">
            <a:extLst>
              <a:ext uri="{FF2B5EF4-FFF2-40B4-BE49-F238E27FC236}">
                <a16:creationId xmlns:a16="http://schemas.microsoft.com/office/drawing/2014/main" id="{9CCB346C-90E7-6D46-8B2A-34BE07DB45D5}"/>
              </a:ext>
            </a:extLst>
          </p:cNvPr>
          <p:cNvSpPr/>
          <p:nvPr/>
        </p:nvSpPr>
        <p:spPr>
          <a:xfrm>
            <a:off x="223367" y="2843534"/>
            <a:ext cx="4312239" cy="1827963"/>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4 </a:t>
            </a:r>
            <a:r>
              <a:rPr lang="en-US" sz="1200" dirty="0">
                <a:solidFill>
                  <a:schemeClr val="tx1"/>
                </a:solidFill>
                <a:sym typeface="Wingdings" panose="05000000000000000000" pitchFamily="2" charset="2"/>
              </a:rPr>
              <a:t> double rotation (rotate left at 2  rotate right at 5)</a:t>
            </a:r>
            <a:endParaRPr lang="en-US" sz="1200" dirty="0">
              <a:solidFill>
                <a:schemeClr val="tx1"/>
              </a:solidFill>
            </a:endParaRPr>
          </a:p>
        </p:txBody>
      </p:sp>
      <p:cxnSp>
        <p:nvCxnSpPr>
          <p:cNvPr id="110" name="Straight Connector 109">
            <a:extLst>
              <a:ext uri="{FF2B5EF4-FFF2-40B4-BE49-F238E27FC236}">
                <a16:creationId xmlns:a16="http://schemas.microsoft.com/office/drawing/2014/main" id="{E6FCDE49-B012-3B4B-84AC-FA5A3BC238B1}"/>
              </a:ext>
            </a:extLst>
          </p:cNvPr>
          <p:cNvCxnSpPr>
            <a:cxnSpLocks/>
            <a:stCxn id="114" idx="1"/>
            <a:endCxn id="113" idx="1"/>
          </p:cNvCxnSpPr>
          <p:nvPr/>
        </p:nvCxnSpPr>
        <p:spPr>
          <a:xfrm flipH="1" flipV="1">
            <a:off x="900438" y="3089888"/>
            <a:ext cx="19987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7532D89A-BB0A-2450-ACA3-CF9BC502F7AC}"/>
              </a:ext>
            </a:extLst>
          </p:cNvPr>
          <p:cNvCxnSpPr>
            <a:cxnSpLocks/>
            <a:stCxn id="113" idx="1"/>
            <a:endCxn id="112" idx="1"/>
          </p:cNvCxnSpPr>
          <p:nvPr/>
        </p:nvCxnSpPr>
        <p:spPr>
          <a:xfrm flipH="1">
            <a:off x="684470" y="3089888"/>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2" name="Arc 111">
            <a:extLst>
              <a:ext uri="{FF2B5EF4-FFF2-40B4-BE49-F238E27FC236}">
                <a16:creationId xmlns:a16="http://schemas.microsoft.com/office/drawing/2014/main" id="{49B91525-3E4A-05D3-5F46-BDC5EBAFFBE9}"/>
              </a:ext>
            </a:extLst>
          </p:cNvPr>
          <p:cNvSpPr/>
          <p:nvPr/>
        </p:nvSpPr>
        <p:spPr>
          <a:xfrm>
            <a:off x="584531"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113" name="Arc 112">
            <a:extLst>
              <a:ext uri="{FF2B5EF4-FFF2-40B4-BE49-F238E27FC236}">
                <a16:creationId xmlns:a16="http://schemas.microsoft.com/office/drawing/2014/main" id="{02CA21E3-0632-C668-1B90-AEFABEB5ABAE}"/>
              </a:ext>
            </a:extLst>
          </p:cNvPr>
          <p:cNvSpPr/>
          <p:nvPr/>
        </p:nvSpPr>
        <p:spPr>
          <a:xfrm>
            <a:off x="800499" y="298994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114" name="Arc 113">
            <a:extLst>
              <a:ext uri="{FF2B5EF4-FFF2-40B4-BE49-F238E27FC236}">
                <a16:creationId xmlns:a16="http://schemas.microsoft.com/office/drawing/2014/main" id="{59628587-ECBE-CC50-3397-51BFD70C5967}"/>
              </a:ext>
            </a:extLst>
          </p:cNvPr>
          <p:cNvSpPr/>
          <p:nvPr/>
        </p:nvSpPr>
        <p:spPr>
          <a:xfrm>
            <a:off x="1000377"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115" name="Arc 114">
            <a:extLst>
              <a:ext uri="{FF2B5EF4-FFF2-40B4-BE49-F238E27FC236}">
                <a16:creationId xmlns:a16="http://schemas.microsoft.com/office/drawing/2014/main" id="{1484C728-DF37-A1AA-A7E7-3C09252B4AD1}"/>
              </a:ext>
            </a:extLst>
          </p:cNvPr>
          <p:cNvSpPr/>
          <p:nvPr/>
        </p:nvSpPr>
        <p:spPr>
          <a:xfrm>
            <a:off x="774793"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116" name="Arc 115">
            <a:extLst>
              <a:ext uri="{FF2B5EF4-FFF2-40B4-BE49-F238E27FC236}">
                <a16:creationId xmlns:a16="http://schemas.microsoft.com/office/drawing/2014/main" id="{A4771032-CD14-37E6-173D-93C7E8BB9E07}"/>
              </a:ext>
            </a:extLst>
          </p:cNvPr>
          <p:cNvSpPr/>
          <p:nvPr/>
        </p:nvSpPr>
        <p:spPr>
          <a:xfrm>
            <a:off x="412657"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118" name="Arc 117">
            <a:extLst>
              <a:ext uri="{FF2B5EF4-FFF2-40B4-BE49-F238E27FC236}">
                <a16:creationId xmlns:a16="http://schemas.microsoft.com/office/drawing/2014/main" id="{03F32086-D23C-0B85-AAFB-3D97984A5069}"/>
              </a:ext>
            </a:extLst>
          </p:cNvPr>
          <p:cNvSpPr/>
          <p:nvPr/>
        </p:nvSpPr>
        <p:spPr>
          <a:xfrm>
            <a:off x="969665" y="386936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120" name="Arrow: Right 119">
            <a:extLst>
              <a:ext uri="{FF2B5EF4-FFF2-40B4-BE49-F238E27FC236}">
                <a16:creationId xmlns:a16="http://schemas.microsoft.com/office/drawing/2014/main" id="{EB288AAB-D8A0-42D4-5251-5EEB1FD4FD3B}"/>
              </a:ext>
            </a:extLst>
          </p:cNvPr>
          <p:cNvSpPr/>
          <p:nvPr/>
        </p:nvSpPr>
        <p:spPr>
          <a:xfrm>
            <a:off x="1389096" y="3445638"/>
            <a:ext cx="308422" cy="161855"/>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21" name="Straight Connector 120">
            <a:extLst>
              <a:ext uri="{FF2B5EF4-FFF2-40B4-BE49-F238E27FC236}">
                <a16:creationId xmlns:a16="http://schemas.microsoft.com/office/drawing/2014/main" id="{AC6A8099-B28B-C291-7005-F0136529BF9B}"/>
              </a:ext>
            </a:extLst>
          </p:cNvPr>
          <p:cNvCxnSpPr>
            <a:cxnSpLocks/>
            <a:stCxn id="131" idx="1"/>
            <a:endCxn id="130" idx="1"/>
          </p:cNvCxnSpPr>
          <p:nvPr/>
        </p:nvCxnSpPr>
        <p:spPr>
          <a:xfrm flipV="1">
            <a:off x="1868008" y="3685165"/>
            <a:ext cx="194872" cy="28413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65F230C-F3A2-6621-37B4-BA4AE9D12499}"/>
              </a:ext>
            </a:extLst>
          </p:cNvPr>
          <p:cNvCxnSpPr>
            <a:cxnSpLocks/>
            <a:stCxn id="130" idx="1"/>
            <a:endCxn id="126" idx="1"/>
          </p:cNvCxnSpPr>
          <p:nvPr/>
        </p:nvCxnSpPr>
        <p:spPr>
          <a:xfrm flipV="1">
            <a:off x="2062880" y="3412630"/>
            <a:ext cx="171874"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E690EE4E-9F44-BF6C-7E2D-93BE5EA67D3F}"/>
              </a:ext>
            </a:extLst>
          </p:cNvPr>
          <p:cNvCxnSpPr>
            <a:cxnSpLocks/>
            <a:stCxn id="129" idx="1"/>
            <a:endCxn id="126" idx="1"/>
          </p:cNvCxnSpPr>
          <p:nvPr/>
        </p:nvCxnSpPr>
        <p:spPr>
          <a:xfrm flipH="1" flipV="1">
            <a:off x="2234754" y="3412630"/>
            <a:ext cx="190262"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4726A7D-0789-C04E-4C1C-27266FABA807}"/>
              </a:ext>
            </a:extLst>
          </p:cNvPr>
          <p:cNvCxnSpPr>
            <a:cxnSpLocks/>
            <a:stCxn id="128" idx="1"/>
            <a:endCxn id="127" idx="1"/>
          </p:cNvCxnSpPr>
          <p:nvPr/>
        </p:nvCxnSpPr>
        <p:spPr>
          <a:xfrm flipH="1" flipV="1">
            <a:off x="2450722" y="3089888"/>
            <a:ext cx="19987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0A34DECF-5CE8-DD96-94F7-BE5940CA4D6C}"/>
              </a:ext>
            </a:extLst>
          </p:cNvPr>
          <p:cNvCxnSpPr>
            <a:cxnSpLocks/>
            <a:stCxn id="127" idx="1"/>
            <a:endCxn id="126" idx="1"/>
          </p:cNvCxnSpPr>
          <p:nvPr/>
        </p:nvCxnSpPr>
        <p:spPr>
          <a:xfrm flipH="1">
            <a:off x="2234754" y="3089888"/>
            <a:ext cx="215968" cy="32274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26" name="Arc 125">
            <a:extLst>
              <a:ext uri="{FF2B5EF4-FFF2-40B4-BE49-F238E27FC236}">
                <a16:creationId xmlns:a16="http://schemas.microsoft.com/office/drawing/2014/main" id="{E6283C2A-FE5A-C7B9-49B9-692FEB7CC223}"/>
              </a:ext>
            </a:extLst>
          </p:cNvPr>
          <p:cNvSpPr/>
          <p:nvPr/>
        </p:nvSpPr>
        <p:spPr>
          <a:xfrm>
            <a:off x="2134815"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127" name="Arc 126">
            <a:extLst>
              <a:ext uri="{FF2B5EF4-FFF2-40B4-BE49-F238E27FC236}">
                <a16:creationId xmlns:a16="http://schemas.microsoft.com/office/drawing/2014/main" id="{6819B267-E7F1-A227-0790-61EA17049825}"/>
              </a:ext>
            </a:extLst>
          </p:cNvPr>
          <p:cNvSpPr/>
          <p:nvPr/>
        </p:nvSpPr>
        <p:spPr>
          <a:xfrm>
            <a:off x="2350783" y="298994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128" name="Arc 127">
            <a:extLst>
              <a:ext uri="{FF2B5EF4-FFF2-40B4-BE49-F238E27FC236}">
                <a16:creationId xmlns:a16="http://schemas.microsoft.com/office/drawing/2014/main" id="{92A647E5-2CFE-6736-B565-2D7E3D2DD452}"/>
              </a:ext>
            </a:extLst>
          </p:cNvPr>
          <p:cNvSpPr/>
          <p:nvPr/>
        </p:nvSpPr>
        <p:spPr>
          <a:xfrm>
            <a:off x="2550661"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129" name="Arc 128">
            <a:extLst>
              <a:ext uri="{FF2B5EF4-FFF2-40B4-BE49-F238E27FC236}">
                <a16:creationId xmlns:a16="http://schemas.microsoft.com/office/drawing/2014/main" id="{69579981-1CC3-1040-90C7-A8E5D6C24598}"/>
              </a:ext>
            </a:extLst>
          </p:cNvPr>
          <p:cNvSpPr/>
          <p:nvPr/>
        </p:nvSpPr>
        <p:spPr>
          <a:xfrm>
            <a:off x="2325077"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130" name="Arc 129">
            <a:extLst>
              <a:ext uri="{FF2B5EF4-FFF2-40B4-BE49-F238E27FC236}">
                <a16:creationId xmlns:a16="http://schemas.microsoft.com/office/drawing/2014/main" id="{F4C0526F-BF8A-B417-1844-136A9874CF37}"/>
              </a:ext>
            </a:extLst>
          </p:cNvPr>
          <p:cNvSpPr/>
          <p:nvPr/>
        </p:nvSpPr>
        <p:spPr>
          <a:xfrm>
            <a:off x="1962941"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131" name="Arc 130">
            <a:extLst>
              <a:ext uri="{FF2B5EF4-FFF2-40B4-BE49-F238E27FC236}">
                <a16:creationId xmlns:a16="http://schemas.microsoft.com/office/drawing/2014/main" id="{8DF659D0-27EB-C7C8-ECAF-E961617323DA}"/>
              </a:ext>
            </a:extLst>
          </p:cNvPr>
          <p:cNvSpPr/>
          <p:nvPr/>
        </p:nvSpPr>
        <p:spPr>
          <a:xfrm>
            <a:off x="1768069" y="386936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cxnSp>
        <p:nvCxnSpPr>
          <p:cNvPr id="134" name="Straight Connector 133">
            <a:extLst>
              <a:ext uri="{FF2B5EF4-FFF2-40B4-BE49-F238E27FC236}">
                <a16:creationId xmlns:a16="http://schemas.microsoft.com/office/drawing/2014/main" id="{ACDB7BE1-7B48-F8A0-1117-CC7E44F2B400}"/>
              </a:ext>
            </a:extLst>
          </p:cNvPr>
          <p:cNvCxnSpPr>
            <a:cxnSpLocks/>
            <a:stCxn id="144" idx="1"/>
            <a:endCxn id="143" idx="1"/>
          </p:cNvCxnSpPr>
          <p:nvPr/>
        </p:nvCxnSpPr>
        <p:spPr>
          <a:xfrm flipV="1">
            <a:off x="3334615" y="3412630"/>
            <a:ext cx="194872" cy="28413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26C0F76-7D24-275F-3260-70BBA751620B}"/>
              </a:ext>
            </a:extLst>
          </p:cNvPr>
          <p:cNvCxnSpPr>
            <a:cxnSpLocks/>
            <a:stCxn id="143" idx="1"/>
            <a:endCxn id="139" idx="1"/>
          </p:cNvCxnSpPr>
          <p:nvPr/>
        </p:nvCxnSpPr>
        <p:spPr>
          <a:xfrm flipV="1">
            <a:off x="3529487" y="3153216"/>
            <a:ext cx="199689"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D00A7C5-83D0-1F4D-453D-1DD39ED46156}"/>
              </a:ext>
            </a:extLst>
          </p:cNvPr>
          <p:cNvCxnSpPr>
            <a:cxnSpLocks/>
            <a:stCxn id="142" idx="1"/>
            <a:endCxn id="140" idx="1"/>
          </p:cNvCxnSpPr>
          <p:nvPr/>
        </p:nvCxnSpPr>
        <p:spPr>
          <a:xfrm flipV="1">
            <a:off x="3746344" y="3412630"/>
            <a:ext cx="165543"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E2B7AE0B-4314-9027-1314-5EFDB52C09A6}"/>
              </a:ext>
            </a:extLst>
          </p:cNvPr>
          <p:cNvCxnSpPr>
            <a:cxnSpLocks/>
            <a:stCxn id="141" idx="1"/>
            <a:endCxn id="140" idx="1"/>
          </p:cNvCxnSpPr>
          <p:nvPr/>
        </p:nvCxnSpPr>
        <p:spPr>
          <a:xfrm flipH="1" flipV="1">
            <a:off x="3911887" y="3412630"/>
            <a:ext cx="211920" cy="27029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871E44C-8C9F-B511-F428-060969D44B63}"/>
              </a:ext>
            </a:extLst>
          </p:cNvPr>
          <p:cNvCxnSpPr>
            <a:cxnSpLocks/>
            <a:stCxn id="140" idx="1"/>
            <a:endCxn id="139" idx="1"/>
          </p:cNvCxnSpPr>
          <p:nvPr/>
        </p:nvCxnSpPr>
        <p:spPr>
          <a:xfrm flipH="1" flipV="1">
            <a:off x="3729176" y="3153216"/>
            <a:ext cx="182711"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39" name="Arc 138">
            <a:extLst>
              <a:ext uri="{FF2B5EF4-FFF2-40B4-BE49-F238E27FC236}">
                <a16:creationId xmlns:a16="http://schemas.microsoft.com/office/drawing/2014/main" id="{2886EB0A-B40D-CDE9-A2B7-386A96A87B3D}"/>
              </a:ext>
            </a:extLst>
          </p:cNvPr>
          <p:cNvSpPr/>
          <p:nvPr/>
        </p:nvSpPr>
        <p:spPr>
          <a:xfrm>
            <a:off x="3629237" y="305327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140" name="Arc 139">
            <a:extLst>
              <a:ext uri="{FF2B5EF4-FFF2-40B4-BE49-F238E27FC236}">
                <a16:creationId xmlns:a16="http://schemas.microsoft.com/office/drawing/2014/main" id="{B6F5ECC4-7366-86F3-3C03-F571D13906F4}"/>
              </a:ext>
            </a:extLst>
          </p:cNvPr>
          <p:cNvSpPr/>
          <p:nvPr/>
        </p:nvSpPr>
        <p:spPr>
          <a:xfrm>
            <a:off x="3811948"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141" name="Arc 140">
            <a:extLst>
              <a:ext uri="{FF2B5EF4-FFF2-40B4-BE49-F238E27FC236}">
                <a16:creationId xmlns:a16="http://schemas.microsoft.com/office/drawing/2014/main" id="{7548E19F-CF0A-7A2C-1296-5CFACE693BF4}"/>
              </a:ext>
            </a:extLst>
          </p:cNvPr>
          <p:cNvSpPr/>
          <p:nvPr/>
        </p:nvSpPr>
        <p:spPr>
          <a:xfrm>
            <a:off x="4023868" y="3582990"/>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142" name="Arc 141">
            <a:extLst>
              <a:ext uri="{FF2B5EF4-FFF2-40B4-BE49-F238E27FC236}">
                <a16:creationId xmlns:a16="http://schemas.microsoft.com/office/drawing/2014/main" id="{E1286ABF-F12E-A185-E473-1D72D5EFF0B5}"/>
              </a:ext>
            </a:extLst>
          </p:cNvPr>
          <p:cNvSpPr/>
          <p:nvPr/>
        </p:nvSpPr>
        <p:spPr>
          <a:xfrm>
            <a:off x="3646405"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143" name="Arc 142">
            <a:extLst>
              <a:ext uri="{FF2B5EF4-FFF2-40B4-BE49-F238E27FC236}">
                <a16:creationId xmlns:a16="http://schemas.microsoft.com/office/drawing/2014/main" id="{EBC60323-8D57-931A-EC1A-320EDC0BEB7E}"/>
              </a:ext>
            </a:extLst>
          </p:cNvPr>
          <p:cNvSpPr/>
          <p:nvPr/>
        </p:nvSpPr>
        <p:spPr>
          <a:xfrm>
            <a:off x="3429548"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144" name="Arc 143">
            <a:extLst>
              <a:ext uri="{FF2B5EF4-FFF2-40B4-BE49-F238E27FC236}">
                <a16:creationId xmlns:a16="http://schemas.microsoft.com/office/drawing/2014/main" id="{2C0AFA77-459B-2B40-78E8-A58CB40E7A44}"/>
              </a:ext>
            </a:extLst>
          </p:cNvPr>
          <p:cNvSpPr/>
          <p:nvPr/>
        </p:nvSpPr>
        <p:spPr>
          <a:xfrm>
            <a:off x="3234676" y="359682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145" name="Arrow: Right 144">
            <a:extLst>
              <a:ext uri="{FF2B5EF4-FFF2-40B4-BE49-F238E27FC236}">
                <a16:creationId xmlns:a16="http://schemas.microsoft.com/office/drawing/2014/main" id="{784BC481-C3E1-58FC-5176-D97031796C5F}"/>
              </a:ext>
            </a:extLst>
          </p:cNvPr>
          <p:cNvSpPr/>
          <p:nvPr/>
        </p:nvSpPr>
        <p:spPr>
          <a:xfrm>
            <a:off x="2886086" y="3445638"/>
            <a:ext cx="308422" cy="161855"/>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60" name="Rectangle: Rounded Corners 159">
            <a:extLst>
              <a:ext uri="{FF2B5EF4-FFF2-40B4-BE49-F238E27FC236}">
                <a16:creationId xmlns:a16="http://schemas.microsoft.com/office/drawing/2014/main" id="{DEBF4D3A-7E4C-FC26-F288-A21562AD7B5C}"/>
              </a:ext>
            </a:extLst>
          </p:cNvPr>
          <p:cNvSpPr/>
          <p:nvPr/>
        </p:nvSpPr>
        <p:spPr>
          <a:xfrm>
            <a:off x="4734198" y="2843534"/>
            <a:ext cx="1638810" cy="1827963"/>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9</a:t>
            </a:r>
          </a:p>
        </p:txBody>
      </p:sp>
      <p:cxnSp>
        <p:nvCxnSpPr>
          <p:cNvPr id="161" name="Straight Connector 160">
            <a:extLst>
              <a:ext uri="{FF2B5EF4-FFF2-40B4-BE49-F238E27FC236}">
                <a16:creationId xmlns:a16="http://schemas.microsoft.com/office/drawing/2014/main" id="{C1FBC0DD-70D1-861A-724D-3ED030219F14}"/>
              </a:ext>
            </a:extLst>
          </p:cNvPr>
          <p:cNvCxnSpPr>
            <a:cxnSpLocks/>
            <a:stCxn id="171" idx="1"/>
            <a:endCxn id="170" idx="1"/>
          </p:cNvCxnSpPr>
          <p:nvPr/>
        </p:nvCxnSpPr>
        <p:spPr>
          <a:xfrm flipV="1">
            <a:off x="5126417" y="3412630"/>
            <a:ext cx="194872" cy="28413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FA9C1C41-E65A-8D11-7070-C95793235A32}"/>
              </a:ext>
            </a:extLst>
          </p:cNvPr>
          <p:cNvCxnSpPr>
            <a:cxnSpLocks/>
            <a:stCxn id="170" idx="1"/>
            <a:endCxn id="166" idx="1"/>
          </p:cNvCxnSpPr>
          <p:nvPr/>
        </p:nvCxnSpPr>
        <p:spPr>
          <a:xfrm flipV="1">
            <a:off x="5321289" y="3153216"/>
            <a:ext cx="199689"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A378EB30-F2CE-B65C-3E32-D61468E5401A}"/>
              </a:ext>
            </a:extLst>
          </p:cNvPr>
          <p:cNvCxnSpPr>
            <a:cxnSpLocks/>
            <a:stCxn id="169" idx="1"/>
            <a:endCxn id="167" idx="1"/>
          </p:cNvCxnSpPr>
          <p:nvPr/>
        </p:nvCxnSpPr>
        <p:spPr>
          <a:xfrm flipV="1">
            <a:off x="5538146" y="3412630"/>
            <a:ext cx="165543"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14150117-6E45-B7C5-BABA-ECE56CD6ABB3}"/>
              </a:ext>
            </a:extLst>
          </p:cNvPr>
          <p:cNvCxnSpPr>
            <a:cxnSpLocks/>
            <a:stCxn id="168" idx="1"/>
            <a:endCxn id="167" idx="1"/>
          </p:cNvCxnSpPr>
          <p:nvPr/>
        </p:nvCxnSpPr>
        <p:spPr>
          <a:xfrm flipH="1" flipV="1">
            <a:off x="5703689" y="3412630"/>
            <a:ext cx="211920" cy="27029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87DE10FC-5A42-369A-9741-F3928AAF0862}"/>
              </a:ext>
            </a:extLst>
          </p:cNvPr>
          <p:cNvCxnSpPr>
            <a:cxnSpLocks/>
            <a:stCxn id="167" idx="1"/>
            <a:endCxn id="166" idx="1"/>
          </p:cNvCxnSpPr>
          <p:nvPr/>
        </p:nvCxnSpPr>
        <p:spPr>
          <a:xfrm flipH="1" flipV="1">
            <a:off x="5520978" y="3153216"/>
            <a:ext cx="182711"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66" name="Arc 165">
            <a:extLst>
              <a:ext uri="{FF2B5EF4-FFF2-40B4-BE49-F238E27FC236}">
                <a16:creationId xmlns:a16="http://schemas.microsoft.com/office/drawing/2014/main" id="{73262375-615D-B417-B168-CCE828F084F0}"/>
              </a:ext>
            </a:extLst>
          </p:cNvPr>
          <p:cNvSpPr/>
          <p:nvPr/>
        </p:nvSpPr>
        <p:spPr>
          <a:xfrm>
            <a:off x="5421039" y="305327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167" name="Arc 166">
            <a:extLst>
              <a:ext uri="{FF2B5EF4-FFF2-40B4-BE49-F238E27FC236}">
                <a16:creationId xmlns:a16="http://schemas.microsoft.com/office/drawing/2014/main" id="{729208EE-98BC-3247-DD2D-C72CA75E5AAB}"/>
              </a:ext>
            </a:extLst>
          </p:cNvPr>
          <p:cNvSpPr/>
          <p:nvPr/>
        </p:nvSpPr>
        <p:spPr>
          <a:xfrm>
            <a:off x="5603750"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168" name="Arc 167">
            <a:extLst>
              <a:ext uri="{FF2B5EF4-FFF2-40B4-BE49-F238E27FC236}">
                <a16:creationId xmlns:a16="http://schemas.microsoft.com/office/drawing/2014/main" id="{7BB57E86-84C9-011C-CD7B-37B4875CA1AF}"/>
              </a:ext>
            </a:extLst>
          </p:cNvPr>
          <p:cNvSpPr/>
          <p:nvPr/>
        </p:nvSpPr>
        <p:spPr>
          <a:xfrm>
            <a:off x="5815670" y="3582990"/>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169" name="Arc 168">
            <a:extLst>
              <a:ext uri="{FF2B5EF4-FFF2-40B4-BE49-F238E27FC236}">
                <a16:creationId xmlns:a16="http://schemas.microsoft.com/office/drawing/2014/main" id="{BE50C926-D6B8-1BF6-11D3-16CCC9942B8C}"/>
              </a:ext>
            </a:extLst>
          </p:cNvPr>
          <p:cNvSpPr/>
          <p:nvPr/>
        </p:nvSpPr>
        <p:spPr>
          <a:xfrm>
            <a:off x="5438207"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170" name="Arc 169">
            <a:extLst>
              <a:ext uri="{FF2B5EF4-FFF2-40B4-BE49-F238E27FC236}">
                <a16:creationId xmlns:a16="http://schemas.microsoft.com/office/drawing/2014/main" id="{430810B4-619D-F0B6-DA8C-CBB227DF3F00}"/>
              </a:ext>
            </a:extLst>
          </p:cNvPr>
          <p:cNvSpPr/>
          <p:nvPr/>
        </p:nvSpPr>
        <p:spPr>
          <a:xfrm>
            <a:off x="5221350"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171" name="Arc 170">
            <a:extLst>
              <a:ext uri="{FF2B5EF4-FFF2-40B4-BE49-F238E27FC236}">
                <a16:creationId xmlns:a16="http://schemas.microsoft.com/office/drawing/2014/main" id="{51FAFB13-D3E3-5FD6-6D06-694AFEB292B9}"/>
              </a:ext>
            </a:extLst>
          </p:cNvPr>
          <p:cNvSpPr/>
          <p:nvPr/>
        </p:nvSpPr>
        <p:spPr>
          <a:xfrm>
            <a:off x="5026478" y="359682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173" name="Arc 172">
            <a:extLst>
              <a:ext uri="{FF2B5EF4-FFF2-40B4-BE49-F238E27FC236}">
                <a16:creationId xmlns:a16="http://schemas.microsoft.com/office/drawing/2014/main" id="{AD8ACC53-F532-9717-564C-67C734544852}"/>
              </a:ext>
            </a:extLst>
          </p:cNvPr>
          <p:cNvSpPr/>
          <p:nvPr/>
        </p:nvSpPr>
        <p:spPr>
          <a:xfrm>
            <a:off x="6017766" y="386936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cxnSp>
        <p:nvCxnSpPr>
          <p:cNvPr id="175" name="Straight Connector 174">
            <a:extLst>
              <a:ext uri="{FF2B5EF4-FFF2-40B4-BE49-F238E27FC236}">
                <a16:creationId xmlns:a16="http://schemas.microsoft.com/office/drawing/2014/main" id="{2E00758F-CEDF-8EB4-7515-6D1FE4EFDEA1}"/>
              </a:ext>
            </a:extLst>
          </p:cNvPr>
          <p:cNvCxnSpPr>
            <a:cxnSpLocks/>
            <a:stCxn id="188" idx="1"/>
            <a:endCxn id="184" idx="1"/>
          </p:cNvCxnSpPr>
          <p:nvPr/>
        </p:nvCxnSpPr>
        <p:spPr>
          <a:xfrm flipH="1" flipV="1">
            <a:off x="7753011" y="3682929"/>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76" name="Rectangle: Rounded Corners 175">
            <a:extLst>
              <a:ext uri="{FF2B5EF4-FFF2-40B4-BE49-F238E27FC236}">
                <a16:creationId xmlns:a16="http://schemas.microsoft.com/office/drawing/2014/main" id="{11E58707-4509-FAF4-A4FB-2E42508CE22C}"/>
              </a:ext>
            </a:extLst>
          </p:cNvPr>
          <p:cNvSpPr/>
          <p:nvPr/>
        </p:nvSpPr>
        <p:spPr>
          <a:xfrm>
            <a:off x="6571600" y="2843534"/>
            <a:ext cx="5413334" cy="1827963"/>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Add 8 </a:t>
            </a:r>
            <a:r>
              <a:rPr lang="en-US" sz="1200" dirty="0">
                <a:solidFill>
                  <a:schemeClr val="tx1"/>
                </a:solidFill>
                <a:sym typeface="Wingdings" panose="05000000000000000000" pitchFamily="2" charset="2"/>
              </a:rPr>
              <a:t> double rotation at 7</a:t>
            </a:r>
            <a:endParaRPr lang="en-US" sz="1200" dirty="0">
              <a:solidFill>
                <a:schemeClr val="tx1"/>
              </a:solidFill>
            </a:endParaRPr>
          </a:p>
        </p:txBody>
      </p:sp>
      <p:cxnSp>
        <p:nvCxnSpPr>
          <p:cNvPr id="177" name="Straight Connector 176">
            <a:extLst>
              <a:ext uri="{FF2B5EF4-FFF2-40B4-BE49-F238E27FC236}">
                <a16:creationId xmlns:a16="http://schemas.microsoft.com/office/drawing/2014/main" id="{EECC239C-184C-23BD-FDC6-A690C25645B0}"/>
              </a:ext>
            </a:extLst>
          </p:cNvPr>
          <p:cNvCxnSpPr>
            <a:cxnSpLocks/>
            <a:stCxn id="187" idx="1"/>
            <a:endCxn id="186" idx="1"/>
          </p:cNvCxnSpPr>
          <p:nvPr/>
        </p:nvCxnSpPr>
        <p:spPr>
          <a:xfrm flipV="1">
            <a:off x="6963819" y="3412630"/>
            <a:ext cx="194872" cy="28413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D524BA9B-663D-BB47-5609-734766366EF2}"/>
              </a:ext>
            </a:extLst>
          </p:cNvPr>
          <p:cNvCxnSpPr>
            <a:cxnSpLocks/>
            <a:stCxn id="186" idx="1"/>
            <a:endCxn id="182" idx="1"/>
          </p:cNvCxnSpPr>
          <p:nvPr/>
        </p:nvCxnSpPr>
        <p:spPr>
          <a:xfrm flipV="1">
            <a:off x="7158691" y="3153216"/>
            <a:ext cx="199689"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209FDB17-AF49-826E-F2F6-59EDA8E6445D}"/>
              </a:ext>
            </a:extLst>
          </p:cNvPr>
          <p:cNvCxnSpPr>
            <a:cxnSpLocks/>
            <a:stCxn id="185" idx="1"/>
            <a:endCxn id="183" idx="1"/>
          </p:cNvCxnSpPr>
          <p:nvPr/>
        </p:nvCxnSpPr>
        <p:spPr>
          <a:xfrm flipV="1">
            <a:off x="7375548" y="3412630"/>
            <a:ext cx="165543"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F062DA55-E065-20A5-3A92-C2A2BF01F74A}"/>
              </a:ext>
            </a:extLst>
          </p:cNvPr>
          <p:cNvCxnSpPr>
            <a:cxnSpLocks/>
            <a:stCxn id="184" idx="1"/>
            <a:endCxn id="183" idx="1"/>
          </p:cNvCxnSpPr>
          <p:nvPr/>
        </p:nvCxnSpPr>
        <p:spPr>
          <a:xfrm flipH="1" flipV="1">
            <a:off x="7541091" y="3412630"/>
            <a:ext cx="211920" cy="27029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3515386C-704D-1753-0736-A3636E2E9A1E}"/>
              </a:ext>
            </a:extLst>
          </p:cNvPr>
          <p:cNvCxnSpPr>
            <a:cxnSpLocks/>
            <a:stCxn id="183" idx="1"/>
            <a:endCxn id="182" idx="1"/>
          </p:cNvCxnSpPr>
          <p:nvPr/>
        </p:nvCxnSpPr>
        <p:spPr>
          <a:xfrm flipH="1" flipV="1">
            <a:off x="7358380" y="3153216"/>
            <a:ext cx="182711"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82" name="Arc 181">
            <a:extLst>
              <a:ext uri="{FF2B5EF4-FFF2-40B4-BE49-F238E27FC236}">
                <a16:creationId xmlns:a16="http://schemas.microsoft.com/office/drawing/2014/main" id="{B787C9EB-912E-2FEE-AC70-1FB9BE63F32C}"/>
              </a:ext>
            </a:extLst>
          </p:cNvPr>
          <p:cNvSpPr/>
          <p:nvPr/>
        </p:nvSpPr>
        <p:spPr>
          <a:xfrm>
            <a:off x="7258441" y="305327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183" name="Arc 182">
            <a:extLst>
              <a:ext uri="{FF2B5EF4-FFF2-40B4-BE49-F238E27FC236}">
                <a16:creationId xmlns:a16="http://schemas.microsoft.com/office/drawing/2014/main" id="{5EA37000-9CF4-2A0E-2BB1-4C1F00D94DF2}"/>
              </a:ext>
            </a:extLst>
          </p:cNvPr>
          <p:cNvSpPr/>
          <p:nvPr/>
        </p:nvSpPr>
        <p:spPr>
          <a:xfrm>
            <a:off x="7441152"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184" name="Arc 183">
            <a:extLst>
              <a:ext uri="{FF2B5EF4-FFF2-40B4-BE49-F238E27FC236}">
                <a16:creationId xmlns:a16="http://schemas.microsoft.com/office/drawing/2014/main" id="{323AE162-A58A-7702-A775-BFFE2E2BEFEC}"/>
              </a:ext>
            </a:extLst>
          </p:cNvPr>
          <p:cNvSpPr/>
          <p:nvPr/>
        </p:nvSpPr>
        <p:spPr>
          <a:xfrm>
            <a:off x="7653072" y="3582990"/>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185" name="Arc 184">
            <a:extLst>
              <a:ext uri="{FF2B5EF4-FFF2-40B4-BE49-F238E27FC236}">
                <a16:creationId xmlns:a16="http://schemas.microsoft.com/office/drawing/2014/main" id="{5A6E2404-793A-8C69-81E6-20DD9022C5B4}"/>
              </a:ext>
            </a:extLst>
          </p:cNvPr>
          <p:cNvSpPr/>
          <p:nvPr/>
        </p:nvSpPr>
        <p:spPr>
          <a:xfrm>
            <a:off x="7275609"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186" name="Arc 185">
            <a:extLst>
              <a:ext uri="{FF2B5EF4-FFF2-40B4-BE49-F238E27FC236}">
                <a16:creationId xmlns:a16="http://schemas.microsoft.com/office/drawing/2014/main" id="{42432A12-7A25-F4BF-4269-4EEFADA32287}"/>
              </a:ext>
            </a:extLst>
          </p:cNvPr>
          <p:cNvSpPr/>
          <p:nvPr/>
        </p:nvSpPr>
        <p:spPr>
          <a:xfrm>
            <a:off x="7058752"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187" name="Arc 186">
            <a:extLst>
              <a:ext uri="{FF2B5EF4-FFF2-40B4-BE49-F238E27FC236}">
                <a16:creationId xmlns:a16="http://schemas.microsoft.com/office/drawing/2014/main" id="{212B8727-75E2-91CF-1F8C-CD94DF418481}"/>
              </a:ext>
            </a:extLst>
          </p:cNvPr>
          <p:cNvSpPr/>
          <p:nvPr/>
        </p:nvSpPr>
        <p:spPr>
          <a:xfrm>
            <a:off x="6863880" y="359682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188" name="Arc 187">
            <a:extLst>
              <a:ext uri="{FF2B5EF4-FFF2-40B4-BE49-F238E27FC236}">
                <a16:creationId xmlns:a16="http://schemas.microsoft.com/office/drawing/2014/main" id="{E1A0D018-7D7D-4A90-D20A-A4CD74E04F07}"/>
              </a:ext>
            </a:extLst>
          </p:cNvPr>
          <p:cNvSpPr/>
          <p:nvPr/>
        </p:nvSpPr>
        <p:spPr>
          <a:xfrm>
            <a:off x="7855168" y="386936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sp>
        <p:nvSpPr>
          <p:cNvPr id="190" name="Arc 189">
            <a:extLst>
              <a:ext uri="{FF2B5EF4-FFF2-40B4-BE49-F238E27FC236}">
                <a16:creationId xmlns:a16="http://schemas.microsoft.com/office/drawing/2014/main" id="{10E80361-C955-70D4-2C03-E0C93607CA8D}"/>
              </a:ext>
            </a:extLst>
          </p:cNvPr>
          <p:cNvSpPr/>
          <p:nvPr/>
        </p:nvSpPr>
        <p:spPr>
          <a:xfrm>
            <a:off x="7715220" y="420684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cxnSp>
        <p:nvCxnSpPr>
          <p:cNvPr id="193" name="Straight Connector 192">
            <a:extLst>
              <a:ext uri="{FF2B5EF4-FFF2-40B4-BE49-F238E27FC236}">
                <a16:creationId xmlns:a16="http://schemas.microsoft.com/office/drawing/2014/main" id="{6BE4E9F5-6297-9DC5-AC2A-8CD11B03C525}"/>
              </a:ext>
            </a:extLst>
          </p:cNvPr>
          <p:cNvCxnSpPr>
            <a:cxnSpLocks/>
            <a:stCxn id="207" idx="1"/>
            <a:endCxn id="206" idx="1"/>
          </p:cNvCxnSpPr>
          <p:nvPr/>
        </p:nvCxnSpPr>
        <p:spPr>
          <a:xfrm flipH="1" flipV="1">
            <a:off x="9721737" y="3969301"/>
            <a:ext cx="199878" cy="3374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1A5088D-214E-19DB-8E13-5550D33AFE42}"/>
              </a:ext>
            </a:extLst>
          </p:cNvPr>
          <p:cNvCxnSpPr>
            <a:cxnSpLocks/>
            <a:stCxn id="206" idx="1"/>
            <a:endCxn id="202" idx="1"/>
          </p:cNvCxnSpPr>
          <p:nvPr/>
        </p:nvCxnSpPr>
        <p:spPr>
          <a:xfrm flipH="1" flipV="1">
            <a:off x="9519641" y="3682929"/>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B607022B-6A76-9AAB-8521-C39D5BFEC3A1}"/>
              </a:ext>
            </a:extLst>
          </p:cNvPr>
          <p:cNvCxnSpPr>
            <a:cxnSpLocks/>
            <a:stCxn id="205" idx="1"/>
            <a:endCxn id="204" idx="1"/>
          </p:cNvCxnSpPr>
          <p:nvPr/>
        </p:nvCxnSpPr>
        <p:spPr>
          <a:xfrm flipV="1">
            <a:off x="8730449" y="3412630"/>
            <a:ext cx="194872" cy="28413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30609C37-64C9-50E3-81B8-EA7E558D2084}"/>
              </a:ext>
            </a:extLst>
          </p:cNvPr>
          <p:cNvCxnSpPr>
            <a:cxnSpLocks/>
            <a:stCxn id="204" idx="1"/>
            <a:endCxn id="200" idx="1"/>
          </p:cNvCxnSpPr>
          <p:nvPr/>
        </p:nvCxnSpPr>
        <p:spPr>
          <a:xfrm flipV="1">
            <a:off x="8925321" y="3153216"/>
            <a:ext cx="199689"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B3D628A-5F9F-3879-7ACC-A38D09AA92C3}"/>
              </a:ext>
            </a:extLst>
          </p:cNvPr>
          <p:cNvCxnSpPr>
            <a:cxnSpLocks/>
            <a:stCxn id="203" idx="1"/>
            <a:endCxn id="201" idx="1"/>
          </p:cNvCxnSpPr>
          <p:nvPr/>
        </p:nvCxnSpPr>
        <p:spPr>
          <a:xfrm flipV="1">
            <a:off x="9142178" y="3412630"/>
            <a:ext cx="165543"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0ED6D58F-71B0-AE2F-9F63-F301BD43EE91}"/>
              </a:ext>
            </a:extLst>
          </p:cNvPr>
          <p:cNvCxnSpPr>
            <a:cxnSpLocks/>
            <a:stCxn id="202" idx="1"/>
            <a:endCxn id="201" idx="1"/>
          </p:cNvCxnSpPr>
          <p:nvPr/>
        </p:nvCxnSpPr>
        <p:spPr>
          <a:xfrm flipH="1" flipV="1">
            <a:off x="9307721" y="3412630"/>
            <a:ext cx="211920" cy="27029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B7171338-8507-F54C-1286-07C3D13969C8}"/>
              </a:ext>
            </a:extLst>
          </p:cNvPr>
          <p:cNvCxnSpPr>
            <a:cxnSpLocks/>
            <a:stCxn id="201" idx="1"/>
            <a:endCxn id="200" idx="1"/>
          </p:cNvCxnSpPr>
          <p:nvPr/>
        </p:nvCxnSpPr>
        <p:spPr>
          <a:xfrm flipH="1" flipV="1">
            <a:off x="9125010" y="3153216"/>
            <a:ext cx="182711"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00" name="Arc 199">
            <a:extLst>
              <a:ext uri="{FF2B5EF4-FFF2-40B4-BE49-F238E27FC236}">
                <a16:creationId xmlns:a16="http://schemas.microsoft.com/office/drawing/2014/main" id="{006D5A84-D487-FCAB-7321-DF48EF24F0F1}"/>
              </a:ext>
            </a:extLst>
          </p:cNvPr>
          <p:cNvSpPr/>
          <p:nvPr/>
        </p:nvSpPr>
        <p:spPr>
          <a:xfrm>
            <a:off x="9025071" y="305327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201" name="Arc 200">
            <a:extLst>
              <a:ext uri="{FF2B5EF4-FFF2-40B4-BE49-F238E27FC236}">
                <a16:creationId xmlns:a16="http://schemas.microsoft.com/office/drawing/2014/main" id="{18E33BC3-C148-E7E6-9402-6EDA7DC01063}"/>
              </a:ext>
            </a:extLst>
          </p:cNvPr>
          <p:cNvSpPr/>
          <p:nvPr/>
        </p:nvSpPr>
        <p:spPr>
          <a:xfrm>
            <a:off x="9207782"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202" name="Arc 201">
            <a:extLst>
              <a:ext uri="{FF2B5EF4-FFF2-40B4-BE49-F238E27FC236}">
                <a16:creationId xmlns:a16="http://schemas.microsoft.com/office/drawing/2014/main" id="{40225C99-F752-BD8D-1B3D-CCE37FA255DE}"/>
              </a:ext>
            </a:extLst>
          </p:cNvPr>
          <p:cNvSpPr/>
          <p:nvPr/>
        </p:nvSpPr>
        <p:spPr>
          <a:xfrm>
            <a:off x="9419702" y="3582990"/>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203" name="Arc 202">
            <a:extLst>
              <a:ext uri="{FF2B5EF4-FFF2-40B4-BE49-F238E27FC236}">
                <a16:creationId xmlns:a16="http://schemas.microsoft.com/office/drawing/2014/main" id="{35396FD1-C506-6A85-C90D-B20D3710212F}"/>
              </a:ext>
            </a:extLst>
          </p:cNvPr>
          <p:cNvSpPr/>
          <p:nvPr/>
        </p:nvSpPr>
        <p:spPr>
          <a:xfrm>
            <a:off x="9042239"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204" name="Arc 203">
            <a:extLst>
              <a:ext uri="{FF2B5EF4-FFF2-40B4-BE49-F238E27FC236}">
                <a16:creationId xmlns:a16="http://schemas.microsoft.com/office/drawing/2014/main" id="{2D1AD2F3-39AD-0AC2-9166-0DD100D77607}"/>
              </a:ext>
            </a:extLst>
          </p:cNvPr>
          <p:cNvSpPr/>
          <p:nvPr/>
        </p:nvSpPr>
        <p:spPr>
          <a:xfrm>
            <a:off x="8825382"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205" name="Arc 204">
            <a:extLst>
              <a:ext uri="{FF2B5EF4-FFF2-40B4-BE49-F238E27FC236}">
                <a16:creationId xmlns:a16="http://schemas.microsoft.com/office/drawing/2014/main" id="{94D3FC9E-9620-FC92-579C-B34A6DD8847E}"/>
              </a:ext>
            </a:extLst>
          </p:cNvPr>
          <p:cNvSpPr/>
          <p:nvPr/>
        </p:nvSpPr>
        <p:spPr>
          <a:xfrm>
            <a:off x="8630510" y="359682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206" name="Arc 205">
            <a:extLst>
              <a:ext uri="{FF2B5EF4-FFF2-40B4-BE49-F238E27FC236}">
                <a16:creationId xmlns:a16="http://schemas.microsoft.com/office/drawing/2014/main" id="{7DBFCEA5-1234-995C-C56D-F426ACE747C4}"/>
              </a:ext>
            </a:extLst>
          </p:cNvPr>
          <p:cNvSpPr/>
          <p:nvPr/>
        </p:nvSpPr>
        <p:spPr>
          <a:xfrm>
            <a:off x="9621798" y="386936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sp>
        <p:nvSpPr>
          <p:cNvPr id="207" name="Arc 206">
            <a:extLst>
              <a:ext uri="{FF2B5EF4-FFF2-40B4-BE49-F238E27FC236}">
                <a16:creationId xmlns:a16="http://schemas.microsoft.com/office/drawing/2014/main" id="{7BEA9567-20BD-107C-AE91-409B0956AC03}"/>
              </a:ext>
            </a:extLst>
          </p:cNvPr>
          <p:cNvSpPr/>
          <p:nvPr/>
        </p:nvSpPr>
        <p:spPr>
          <a:xfrm>
            <a:off x="9821676" y="420684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cxnSp>
        <p:nvCxnSpPr>
          <p:cNvPr id="208" name="Straight Connector 207">
            <a:extLst>
              <a:ext uri="{FF2B5EF4-FFF2-40B4-BE49-F238E27FC236}">
                <a16:creationId xmlns:a16="http://schemas.microsoft.com/office/drawing/2014/main" id="{A1E5071C-7E54-08FD-C6C3-B9137855AD44}"/>
              </a:ext>
            </a:extLst>
          </p:cNvPr>
          <p:cNvCxnSpPr>
            <a:cxnSpLocks/>
            <a:stCxn id="222" idx="1"/>
            <a:endCxn id="217" idx="1"/>
          </p:cNvCxnSpPr>
          <p:nvPr/>
        </p:nvCxnSpPr>
        <p:spPr>
          <a:xfrm flipV="1">
            <a:off x="11234220" y="3682929"/>
            <a:ext cx="138107"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972A0184-5364-DDAC-B118-7341222ECAED}"/>
              </a:ext>
            </a:extLst>
          </p:cNvPr>
          <p:cNvCxnSpPr>
            <a:cxnSpLocks/>
            <a:stCxn id="221" idx="1"/>
            <a:endCxn id="217" idx="1"/>
          </p:cNvCxnSpPr>
          <p:nvPr/>
        </p:nvCxnSpPr>
        <p:spPr>
          <a:xfrm flipH="1" flipV="1">
            <a:off x="11372327" y="3682929"/>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274BA11C-8554-CE30-7CA4-9723306807A0}"/>
              </a:ext>
            </a:extLst>
          </p:cNvPr>
          <p:cNvCxnSpPr>
            <a:cxnSpLocks/>
            <a:stCxn id="220" idx="1"/>
            <a:endCxn id="219" idx="1"/>
          </p:cNvCxnSpPr>
          <p:nvPr/>
        </p:nvCxnSpPr>
        <p:spPr>
          <a:xfrm flipV="1">
            <a:off x="10583135" y="3412630"/>
            <a:ext cx="194872" cy="28413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6EFB197E-7BE8-2041-634E-35132B60453B}"/>
              </a:ext>
            </a:extLst>
          </p:cNvPr>
          <p:cNvCxnSpPr>
            <a:cxnSpLocks/>
            <a:stCxn id="219" idx="1"/>
            <a:endCxn id="215" idx="1"/>
          </p:cNvCxnSpPr>
          <p:nvPr/>
        </p:nvCxnSpPr>
        <p:spPr>
          <a:xfrm flipV="1">
            <a:off x="10778007" y="3153216"/>
            <a:ext cx="199689"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A9B22AD3-C52B-C4CA-881C-2BD83AD1A1E1}"/>
              </a:ext>
            </a:extLst>
          </p:cNvPr>
          <p:cNvCxnSpPr>
            <a:cxnSpLocks/>
            <a:stCxn id="218" idx="1"/>
            <a:endCxn id="216" idx="1"/>
          </p:cNvCxnSpPr>
          <p:nvPr/>
        </p:nvCxnSpPr>
        <p:spPr>
          <a:xfrm flipV="1">
            <a:off x="10994864" y="3412630"/>
            <a:ext cx="165543"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93575DE-04E7-4505-A635-AC3BD5948BD3}"/>
              </a:ext>
            </a:extLst>
          </p:cNvPr>
          <p:cNvCxnSpPr>
            <a:cxnSpLocks/>
            <a:stCxn id="217" idx="1"/>
            <a:endCxn id="216" idx="1"/>
          </p:cNvCxnSpPr>
          <p:nvPr/>
        </p:nvCxnSpPr>
        <p:spPr>
          <a:xfrm flipH="1" flipV="1">
            <a:off x="11160407" y="3412630"/>
            <a:ext cx="211920" cy="27029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2D939DE3-AAE2-C5C1-F527-375A30619BF8}"/>
              </a:ext>
            </a:extLst>
          </p:cNvPr>
          <p:cNvCxnSpPr>
            <a:cxnSpLocks/>
            <a:stCxn id="216" idx="1"/>
            <a:endCxn id="215" idx="1"/>
          </p:cNvCxnSpPr>
          <p:nvPr/>
        </p:nvCxnSpPr>
        <p:spPr>
          <a:xfrm flipH="1" flipV="1">
            <a:off x="10977696" y="3153216"/>
            <a:ext cx="182711"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15" name="Arc 214">
            <a:extLst>
              <a:ext uri="{FF2B5EF4-FFF2-40B4-BE49-F238E27FC236}">
                <a16:creationId xmlns:a16="http://schemas.microsoft.com/office/drawing/2014/main" id="{4205366C-7416-2969-048E-F54FA70D3971}"/>
              </a:ext>
            </a:extLst>
          </p:cNvPr>
          <p:cNvSpPr/>
          <p:nvPr/>
        </p:nvSpPr>
        <p:spPr>
          <a:xfrm>
            <a:off x="10877757" y="305327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216" name="Arc 215">
            <a:extLst>
              <a:ext uri="{FF2B5EF4-FFF2-40B4-BE49-F238E27FC236}">
                <a16:creationId xmlns:a16="http://schemas.microsoft.com/office/drawing/2014/main" id="{387C9BDF-E01A-D7BF-E17D-58A2ECDF1E15}"/>
              </a:ext>
            </a:extLst>
          </p:cNvPr>
          <p:cNvSpPr/>
          <p:nvPr/>
        </p:nvSpPr>
        <p:spPr>
          <a:xfrm>
            <a:off x="11060468"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217" name="Arc 216">
            <a:extLst>
              <a:ext uri="{FF2B5EF4-FFF2-40B4-BE49-F238E27FC236}">
                <a16:creationId xmlns:a16="http://schemas.microsoft.com/office/drawing/2014/main" id="{B808D294-72B8-B1DC-5ADD-39A1271832A2}"/>
              </a:ext>
            </a:extLst>
          </p:cNvPr>
          <p:cNvSpPr/>
          <p:nvPr/>
        </p:nvSpPr>
        <p:spPr>
          <a:xfrm>
            <a:off x="11272388" y="3582990"/>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sp>
        <p:nvSpPr>
          <p:cNvPr id="218" name="Arc 217">
            <a:extLst>
              <a:ext uri="{FF2B5EF4-FFF2-40B4-BE49-F238E27FC236}">
                <a16:creationId xmlns:a16="http://schemas.microsoft.com/office/drawing/2014/main" id="{A33ED31F-FD33-F887-5A54-692A067A38BE}"/>
              </a:ext>
            </a:extLst>
          </p:cNvPr>
          <p:cNvSpPr/>
          <p:nvPr/>
        </p:nvSpPr>
        <p:spPr>
          <a:xfrm>
            <a:off x="10894925" y="3585226"/>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219" name="Arc 218">
            <a:extLst>
              <a:ext uri="{FF2B5EF4-FFF2-40B4-BE49-F238E27FC236}">
                <a16:creationId xmlns:a16="http://schemas.microsoft.com/office/drawing/2014/main" id="{B22EA7CE-09BE-01C0-F3FA-CA0DCDB36931}"/>
              </a:ext>
            </a:extLst>
          </p:cNvPr>
          <p:cNvSpPr/>
          <p:nvPr/>
        </p:nvSpPr>
        <p:spPr>
          <a:xfrm>
            <a:off x="10678068" y="3312691"/>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2</a:t>
            </a:r>
            <a:endParaRPr lang="th-TH" sz="1200" dirty="0">
              <a:solidFill>
                <a:sysClr val="windowText" lastClr="000000"/>
              </a:solidFill>
            </a:endParaRPr>
          </a:p>
        </p:txBody>
      </p:sp>
      <p:sp>
        <p:nvSpPr>
          <p:cNvPr id="220" name="Arc 219">
            <a:extLst>
              <a:ext uri="{FF2B5EF4-FFF2-40B4-BE49-F238E27FC236}">
                <a16:creationId xmlns:a16="http://schemas.microsoft.com/office/drawing/2014/main" id="{ED3E5CC7-D4D4-2393-7D7F-9BF68DB49EC9}"/>
              </a:ext>
            </a:extLst>
          </p:cNvPr>
          <p:cNvSpPr/>
          <p:nvPr/>
        </p:nvSpPr>
        <p:spPr>
          <a:xfrm>
            <a:off x="10483196" y="359682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221" name="Arc 220">
            <a:extLst>
              <a:ext uri="{FF2B5EF4-FFF2-40B4-BE49-F238E27FC236}">
                <a16:creationId xmlns:a16="http://schemas.microsoft.com/office/drawing/2014/main" id="{CE07670D-AAFA-2611-5546-F850F497E075}"/>
              </a:ext>
            </a:extLst>
          </p:cNvPr>
          <p:cNvSpPr/>
          <p:nvPr/>
        </p:nvSpPr>
        <p:spPr>
          <a:xfrm>
            <a:off x="11474484" y="386936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sp>
        <p:nvSpPr>
          <p:cNvPr id="222" name="Arc 221">
            <a:extLst>
              <a:ext uri="{FF2B5EF4-FFF2-40B4-BE49-F238E27FC236}">
                <a16:creationId xmlns:a16="http://schemas.microsoft.com/office/drawing/2014/main" id="{A145A666-EEE7-BD31-BFA3-4729A9E7FDBE}"/>
              </a:ext>
            </a:extLst>
          </p:cNvPr>
          <p:cNvSpPr/>
          <p:nvPr/>
        </p:nvSpPr>
        <p:spPr>
          <a:xfrm>
            <a:off x="11134281" y="386936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228" name="Arrow: Right 227">
            <a:extLst>
              <a:ext uri="{FF2B5EF4-FFF2-40B4-BE49-F238E27FC236}">
                <a16:creationId xmlns:a16="http://schemas.microsoft.com/office/drawing/2014/main" id="{BE9B4207-DDFF-7C71-EFAF-B9A5EC47E764}"/>
              </a:ext>
            </a:extLst>
          </p:cNvPr>
          <p:cNvSpPr/>
          <p:nvPr/>
        </p:nvSpPr>
        <p:spPr>
          <a:xfrm>
            <a:off x="8181368" y="3445638"/>
            <a:ext cx="308422" cy="161855"/>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9" name="Arrow: Right 228">
            <a:extLst>
              <a:ext uri="{FF2B5EF4-FFF2-40B4-BE49-F238E27FC236}">
                <a16:creationId xmlns:a16="http://schemas.microsoft.com/office/drawing/2014/main" id="{BA04B341-2011-E9EE-8B02-1D577B92FF78}"/>
              </a:ext>
            </a:extLst>
          </p:cNvPr>
          <p:cNvSpPr/>
          <p:nvPr/>
        </p:nvSpPr>
        <p:spPr>
          <a:xfrm>
            <a:off x="9955172" y="3445638"/>
            <a:ext cx="308422" cy="161855"/>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0" name="Rectangle: Rounded Corners 229">
            <a:extLst>
              <a:ext uri="{FF2B5EF4-FFF2-40B4-BE49-F238E27FC236}">
                <a16:creationId xmlns:a16="http://schemas.microsoft.com/office/drawing/2014/main" id="{57599F9A-101A-8340-2D18-7EDE0911446A}"/>
              </a:ext>
            </a:extLst>
          </p:cNvPr>
          <p:cNvSpPr/>
          <p:nvPr/>
        </p:nvSpPr>
        <p:spPr>
          <a:xfrm>
            <a:off x="217304" y="4919969"/>
            <a:ext cx="2977204" cy="1827963"/>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Delete 2 </a:t>
            </a:r>
            <a:r>
              <a:rPr lang="en-US" sz="1200" dirty="0">
                <a:solidFill>
                  <a:schemeClr val="tx1"/>
                </a:solidFill>
                <a:sym typeface="Wingdings" panose="05000000000000000000" pitchFamily="2" charset="2"/>
              </a:rPr>
              <a:t> Rotate at 3</a:t>
            </a:r>
            <a:endParaRPr lang="en-US" sz="1200" dirty="0">
              <a:solidFill>
                <a:schemeClr val="tx1"/>
              </a:solidFill>
            </a:endParaRPr>
          </a:p>
        </p:txBody>
      </p:sp>
      <p:cxnSp>
        <p:nvCxnSpPr>
          <p:cNvPr id="231" name="Straight Connector 230">
            <a:extLst>
              <a:ext uri="{FF2B5EF4-FFF2-40B4-BE49-F238E27FC236}">
                <a16:creationId xmlns:a16="http://schemas.microsoft.com/office/drawing/2014/main" id="{45E93EE8-74B9-6E97-B4CE-B1918855A1C7}"/>
              </a:ext>
            </a:extLst>
          </p:cNvPr>
          <p:cNvCxnSpPr>
            <a:cxnSpLocks/>
            <a:stCxn id="245" idx="1"/>
            <a:endCxn id="240" idx="1"/>
          </p:cNvCxnSpPr>
          <p:nvPr/>
        </p:nvCxnSpPr>
        <p:spPr>
          <a:xfrm flipV="1">
            <a:off x="912509" y="5821076"/>
            <a:ext cx="138107"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2F9CE8A-B34F-E0CC-1747-1719D28F1B10}"/>
              </a:ext>
            </a:extLst>
          </p:cNvPr>
          <p:cNvCxnSpPr>
            <a:cxnSpLocks/>
            <a:stCxn id="244" idx="1"/>
            <a:endCxn id="240" idx="1"/>
          </p:cNvCxnSpPr>
          <p:nvPr/>
        </p:nvCxnSpPr>
        <p:spPr>
          <a:xfrm flipH="1" flipV="1">
            <a:off x="1050616" y="5821076"/>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C3AC7AFE-0B50-DED5-80CC-A4EF6676E739}"/>
              </a:ext>
            </a:extLst>
          </p:cNvPr>
          <p:cNvCxnSpPr>
            <a:cxnSpLocks/>
            <a:stCxn id="242" idx="1"/>
            <a:endCxn id="238" idx="1"/>
          </p:cNvCxnSpPr>
          <p:nvPr/>
        </p:nvCxnSpPr>
        <p:spPr>
          <a:xfrm flipV="1">
            <a:off x="456296" y="5291363"/>
            <a:ext cx="199689"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85CA21AE-8517-1567-707D-444FED0BAD03}"/>
              </a:ext>
            </a:extLst>
          </p:cNvPr>
          <p:cNvCxnSpPr>
            <a:cxnSpLocks/>
            <a:stCxn id="241" idx="1"/>
            <a:endCxn id="239" idx="1"/>
          </p:cNvCxnSpPr>
          <p:nvPr/>
        </p:nvCxnSpPr>
        <p:spPr>
          <a:xfrm flipV="1">
            <a:off x="673153" y="5550777"/>
            <a:ext cx="165543" cy="27253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D6FF7774-D43E-8F45-EA92-1939D8413070}"/>
              </a:ext>
            </a:extLst>
          </p:cNvPr>
          <p:cNvCxnSpPr>
            <a:cxnSpLocks/>
            <a:stCxn id="240" idx="1"/>
            <a:endCxn id="239" idx="1"/>
          </p:cNvCxnSpPr>
          <p:nvPr/>
        </p:nvCxnSpPr>
        <p:spPr>
          <a:xfrm flipH="1" flipV="1">
            <a:off x="838696" y="5550777"/>
            <a:ext cx="211920" cy="27029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A01EBA87-EEDA-90A4-8D7B-03AAEEC05514}"/>
              </a:ext>
            </a:extLst>
          </p:cNvPr>
          <p:cNvCxnSpPr>
            <a:cxnSpLocks/>
            <a:stCxn id="239" idx="1"/>
            <a:endCxn id="238" idx="1"/>
          </p:cNvCxnSpPr>
          <p:nvPr/>
        </p:nvCxnSpPr>
        <p:spPr>
          <a:xfrm flipH="1" flipV="1">
            <a:off x="655985" y="5291363"/>
            <a:ext cx="182711"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38" name="Arc 237">
            <a:extLst>
              <a:ext uri="{FF2B5EF4-FFF2-40B4-BE49-F238E27FC236}">
                <a16:creationId xmlns:a16="http://schemas.microsoft.com/office/drawing/2014/main" id="{8C5C83CD-2DBA-1FE8-FDB5-68098D70BF2D}"/>
              </a:ext>
            </a:extLst>
          </p:cNvPr>
          <p:cNvSpPr/>
          <p:nvPr/>
        </p:nvSpPr>
        <p:spPr>
          <a:xfrm>
            <a:off x="556046" y="5191424"/>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239" name="Arc 238">
            <a:extLst>
              <a:ext uri="{FF2B5EF4-FFF2-40B4-BE49-F238E27FC236}">
                <a16:creationId xmlns:a16="http://schemas.microsoft.com/office/drawing/2014/main" id="{7FFD5BE7-1585-6906-5A0E-91F4F22B0F0B}"/>
              </a:ext>
            </a:extLst>
          </p:cNvPr>
          <p:cNvSpPr/>
          <p:nvPr/>
        </p:nvSpPr>
        <p:spPr>
          <a:xfrm>
            <a:off x="738757" y="545083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240" name="Arc 239">
            <a:extLst>
              <a:ext uri="{FF2B5EF4-FFF2-40B4-BE49-F238E27FC236}">
                <a16:creationId xmlns:a16="http://schemas.microsoft.com/office/drawing/2014/main" id="{59E0282B-1B40-6C22-7291-18875AAEA096}"/>
              </a:ext>
            </a:extLst>
          </p:cNvPr>
          <p:cNvSpPr/>
          <p:nvPr/>
        </p:nvSpPr>
        <p:spPr>
          <a:xfrm>
            <a:off x="950677"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sp>
        <p:nvSpPr>
          <p:cNvPr id="241" name="Arc 240">
            <a:extLst>
              <a:ext uri="{FF2B5EF4-FFF2-40B4-BE49-F238E27FC236}">
                <a16:creationId xmlns:a16="http://schemas.microsoft.com/office/drawing/2014/main" id="{343B2E0D-F09A-79AC-18CB-08A2047F95E4}"/>
              </a:ext>
            </a:extLst>
          </p:cNvPr>
          <p:cNvSpPr/>
          <p:nvPr/>
        </p:nvSpPr>
        <p:spPr>
          <a:xfrm>
            <a:off x="573214" y="5723373"/>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242" name="Arc 241">
            <a:extLst>
              <a:ext uri="{FF2B5EF4-FFF2-40B4-BE49-F238E27FC236}">
                <a16:creationId xmlns:a16="http://schemas.microsoft.com/office/drawing/2014/main" id="{8FD4C493-88A0-BB30-7C84-79571A7DF2C7}"/>
              </a:ext>
            </a:extLst>
          </p:cNvPr>
          <p:cNvSpPr/>
          <p:nvPr/>
        </p:nvSpPr>
        <p:spPr>
          <a:xfrm>
            <a:off x="356357" y="545083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244" name="Arc 243">
            <a:extLst>
              <a:ext uri="{FF2B5EF4-FFF2-40B4-BE49-F238E27FC236}">
                <a16:creationId xmlns:a16="http://schemas.microsoft.com/office/drawing/2014/main" id="{7B5B7A44-7AF0-21A0-296A-09A69386B57B}"/>
              </a:ext>
            </a:extLst>
          </p:cNvPr>
          <p:cNvSpPr/>
          <p:nvPr/>
        </p:nvSpPr>
        <p:spPr>
          <a:xfrm>
            <a:off x="1152773" y="600750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sp>
        <p:nvSpPr>
          <p:cNvPr id="245" name="Arc 244">
            <a:extLst>
              <a:ext uri="{FF2B5EF4-FFF2-40B4-BE49-F238E27FC236}">
                <a16:creationId xmlns:a16="http://schemas.microsoft.com/office/drawing/2014/main" id="{FD3861B5-1DB8-A59B-8BA6-9EAEB59354EF}"/>
              </a:ext>
            </a:extLst>
          </p:cNvPr>
          <p:cNvSpPr/>
          <p:nvPr/>
        </p:nvSpPr>
        <p:spPr>
          <a:xfrm>
            <a:off x="812570" y="6007509"/>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cxnSp>
        <p:nvCxnSpPr>
          <p:cNvPr id="246" name="Straight Connector 245">
            <a:extLst>
              <a:ext uri="{FF2B5EF4-FFF2-40B4-BE49-F238E27FC236}">
                <a16:creationId xmlns:a16="http://schemas.microsoft.com/office/drawing/2014/main" id="{8F5B500C-5C4B-9B4E-66E2-9A4475CBBF8F}"/>
              </a:ext>
            </a:extLst>
          </p:cNvPr>
          <p:cNvCxnSpPr>
            <a:cxnSpLocks/>
            <a:stCxn id="258" idx="1"/>
            <a:endCxn id="254" idx="1"/>
          </p:cNvCxnSpPr>
          <p:nvPr/>
        </p:nvCxnSpPr>
        <p:spPr>
          <a:xfrm flipV="1">
            <a:off x="2625785" y="5534704"/>
            <a:ext cx="138107"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AAD059A1-96AF-28DA-646A-D52776C9080A}"/>
              </a:ext>
            </a:extLst>
          </p:cNvPr>
          <p:cNvCxnSpPr>
            <a:cxnSpLocks/>
            <a:stCxn id="257" idx="1"/>
            <a:endCxn id="254" idx="1"/>
          </p:cNvCxnSpPr>
          <p:nvPr/>
        </p:nvCxnSpPr>
        <p:spPr>
          <a:xfrm flipH="1" flipV="1">
            <a:off x="2763892" y="5534704"/>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55C9BFEF-BFBB-0D01-7903-00F37E514D2C}"/>
              </a:ext>
            </a:extLst>
          </p:cNvPr>
          <p:cNvCxnSpPr>
            <a:cxnSpLocks/>
            <a:stCxn id="256" idx="1"/>
            <a:endCxn id="252" idx="1"/>
          </p:cNvCxnSpPr>
          <p:nvPr/>
        </p:nvCxnSpPr>
        <p:spPr>
          <a:xfrm flipV="1">
            <a:off x="1921950" y="5550777"/>
            <a:ext cx="199689"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11253C2-636D-65BA-493A-32C4C2906762}"/>
              </a:ext>
            </a:extLst>
          </p:cNvPr>
          <p:cNvCxnSpPr>
            <a:cxnSpLocks/>
            <a:stCxn id="255" idx="1"/>
            <a:endCxn id="252" idx="1"/>
          </p:cNvCxnSpPr>
          <p:nvPr/>
        </p:nvCxnSpPr>
        <p:spPr>
          <a:xfrm flipH="1" flipV="1">
            <a:off x="2121639" y="5550777"/>
            <a:ext cx="199878" cy="26797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4AEE0C43-775D-1DBF-7E4D-F6AE1B344B17}"/>
              </a:ext>
            </a:extLst>
          </p:cNvPr>
          <p:cNvCxnSpPr>
            <a:cxnSpLocks/>
            <a:stCxn id="254" idx="1"/>
            <a:endCxn id="253" idx="1"/>
          </p:cNvCxnSpPr>
          <p:nvPr/>
        </p:nvCxnSpPr>
        <p:spPr>
          <a:xfrm flipH="1" flipV="1">
            <a:off x="2434135" y="5282807"/>
            <a:ext cx="329757" cy="2518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1302E953-A3A5-C4FC-FFD0-D58118B502D2}"/>
              </a:ext>
            </a:extLst>
          </p:cNvPr>
          <p:cNvCxnSpPr>
            <a:cxnSpLocks/>
            <a:stCxn id="253" idx="1"/>
            <a:endCxn id="252" idx="1"/>
          </p:cNvCxnSpPr>
          <p:nvPr/>
        </p:nvCxnSpPr>
        <p:spPr>
          <a:xfrm flipH="1">
            <a:off x="2121639" y="5282807"/>
            <a:ext cx="312496" cy="26797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52" name="Arc 251">
            <a:extLst>
              <a:ext uri="{FF2B5EF4-FFF2-40B4-BE49-F238E27FC236}">
                <a16:creationId xmlns:a16="http://schemas.microsoft.com/office/drawing/2014/main" id="{910D8CD6-285F-5F28-EC70-FD3A37F3AAAD}"/>
              </a:ext>
            </a:extLst>
          </p:cNvPr>
          <p:cNvSpPr/>
          <p:nvPr/>
        </p:nvSpPr>
        <p:spPr>
          <a:xfrm>
            <a:off x="2021700" y="545083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3</a:t>
            </a:r>
            <a:endParaRPr lang="th-TH" sz="1200" dirty="0">
              <a:solidFill>
                <a:sysClr val="windowText" lastClr="000000"/>
              </a:solidFill>
            </a:endParaRPr>
          </a:p>
        </p:txBody>
      </p:sp>
      <p:sp>
        <p:nvSpPr>
          <p:cNvPr id="253" name="Arc 252">
            <a:extLst>
              <a:ext uri="{FF2B5EF4-FFF2-40B4-BE49-F238E27FC236}">
                <a16:creationId xmlns:a16="http://schemas.microsoft.com/office/drawing/2014/main" id="{707F9185-6EA3-F40E-6467-8EAC248E2E2B}"/>
              </a:ext>
            </a:extLst>
          </p:cNvPr>
          <p:cNvSpPr/>
          <p:nvPr/>
        </p:nvSpPr>
        <p:spPr>
          <a:xfrm>
            <a:off x="2334196" y="518286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254" name="Arc 253">
            <a:extLst>
              <a:ext uri="{FF2B5EF4-FFF2-40B4-BE49-F238E27FC236}">
                <a16:creationId xmlns:a16="http://schemas.microsoft.com/office/drawing/2014/main" id="{E6AD42F3-5275-5008-87F7-0BA88814557B}"/>
              </a:ext>
            </a:extLst>
          </p:cNvPr>
          <p:cNvSpPr/>
          <p:nvPr/>
        </p:nvSpPr>
        <p:spPr>
          <a:xfrm>
            <a:off x="2663953" y="5434765"/>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sp>
        <p:nvSpPr>
          <p:cNvPr id="255" name="Arc 254">
            <a:extLst>
              <a:ext uri="{FF2B5EF4-FFF2-40B4-BE49-F238E27FC236}">
                <a16:creationId xmlns:a16="http://schemas.microsoft.com/office/drawing/2014/main" id="{8585BB17-8072-0222-3AD7-3D98CD7179DB}"/>
              </a:ext>
            </a:extLst>
          </p:cNvPr>
          <p:cNvSpPr/>
          <p:nvPr/>
        </p:nvSpPr>
        <p:spPr>
          <a:xfrm>
            <a:off x="2221578" y="571880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256" name="Arc 255">
            <a:extLst>
              <a:ext uri="{FF2B5EF4-FFF2-40B4-BE49-F238E27FC236}">
                <a16:creationId xmlns:a16="http://schemas.microsoft.com/office/drawing/2014/main" id="{7F0FB5E2-FD91-F84A-D619-A54E9391C3D6}"/>
              </a:ext>
            </a:extLst>
          </p:cNvPr>
          <p:cNvSpPr/>
          <p:nvPr/>
        </p:nvSpPr>
        <p:spPr>
          <a:xfrm>
            <a:off x="1822011" y="571025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257" name="Arc 256">
            <a:extLst>
              <a:ext uri="{FF2B5EF4-FFF2-40B4-BE49-F238E27FC236}">
                <a16:creationId xmlns:a16="http://schemas.microsoft.com/office/drawing/2014/main" id="{7E93A784-CECA-D62F-D4CD-5BCCF11465B6}"/>
              </a:ext>
            </a:extLst>
          </p:cNvPr>
          <p:cNvSpPr/>
          <p:nvPr/>
        </p:nvSpPr>
        <p:spPr>
          <a:xfrm>
            <a:off x="2866049"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sp>
        <p:nvSpPr>
          <p:cNvPr id="258" name="Arc 257">
            <a:extLst>
              <a:ext uri="{FF2B5EF4-FFF2-40B4-BE49-F238E27FC236}">
                <a16:creationId xmlns:a16="http://schemas.microsoft.com/office/drawing/2014/main" id="{6E2202E1-CBDE-C0B9-867B-0E80CC6D9C0D}"/>
              </a:ext>
            </a:extLst>
          </p:cNvPr>
          <p:cNvSpPr/>
          <p:nvPr/>
        </p:nvSpPr>
        <p:spPr>
          <a:xfrm>
            <a:off x="2525846"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269" name="Arrow: Right 268">
            <a:extLst>
              <a:ext uri="{FF2B5EF4-FFF2-40B4-BE49-F238E27FC236}">
                <a16:creationId xmlns:a16="http://schemas.microsoft.com/office/drawing/2014/main" id="{37B71EC1-4A8D-72CC-095E-FC381D5FE9E6}"/>
              </a:ext>
            </a:extLst>
          </p:cNvPr>
          <p:cNvSpPr/>
          <p:nvPr/>
        </p:nvSpPr>
        <p:spPr>
          <a:xfrm>
            <a:off x="1406890" y="5517648"/>
            <a:ext cx="308422" cy="161855"/>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0" name="Rectangle: Rounded Corners 269">
            <a:extLst>
              <a:ext uri="{FF2B5EF4-FFF2-40B4-BE49-F238E27FC236}">
                <a16:creationId xmlns:a16="http://schemas.microsoft.com/office/drawing/2014/main" id="{2C24FE7E-62AC-74DE-63E2-0931B8CA4BB9}"/>
              </a:ext>
            </a:extLst>
          </p:cNvPr>
          <p:cNvSpPr/>
          <p:nvPr/>
        </p:nvSpPr>
        <p:spPr>
          <a:xfrm>
            <a:off x="3406627" y="4919969"/>
            <a:ext cx="1486841" cy="1827963"/>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Delete 3</a:t>
            </a:r>
          </a:p>
        </p:txBody>
      </p:sp>
      <p:cxnSp>
        <p:nvCxnSpPr>
          <p:cNvPr id="271" name="Straight Connector 270">
            <a:extLst>
              <a:ext uri="{FF2B5EF4-FFF2-40B4-BE49-F238E27FC236}">
                <a16:creationId xmlns:a16="http://schemas.microsoft.com/office/drawing/2014/main" id="{F7BCB9AB-8336-234D-D320-9BFC2FD76089}"/>
              </a:ext>
            </a:extLst>
          </p:cNvPr>
          <p:cNvCxnSpPr>
            <a:cxnSpLocks/>
            <a:stCxn id="283" idx="1"/>
            <a:endCxn id="279" idx="1"/>
          </p:cNvCxnSpPr>
          <p:nvPr/>
        </p:nvCxnSpPr>
        <p:spPr>
          <a:xfrm flipV="1">
            <a:off x="4291128" y="5534704"/>
            <a:ext cx="138107"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9F971C65-B296-E8D3-FC81-16246A2A5B1B}"/>
              </a:ext>
            </a:extLst>
          </p:cNvPr>
          <p:cNvCxnSpPr>
            <a:cxnSpLocks/>
            <a:stCxn id="282" idx="1"/>
            <a:endCxn id="279" idx="1"/>
          </p:cNvCxnSpPr>
          <p:nvPr/>
        </p:nvCxnSpPr>
        <p:spPr>
          <a:xfrm flipH="1" flipV="1">
            <a:off x="4429235" y="5534704"/>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DE751430-D907-144D-C08F-15107BBB6401}"/>
              </a:ext>
            </a:extLst>
          </p:cNvPr>
          <p:cNvCxnSpPr>
            <a:cxnSpLocks/>
            <a:stCxn id="281" idx="1"/>
            <a:endCxn id="277" idx="1"/>
          </p:cNvCxnSpPr>
          <p:nvPr/>
        </p:nvCxnSpPr>
        <p:spPr>
          <a:xfrm flipV="1">
            <a:off x="3587293" y="5550777"/>
            <a:ext cx="199689" cy="259414"/>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A1788252-F195-29E0-046C-AA568EDBA687}"/>
              </a:ext>
            </a:extLst>
          </p:cNvPr>
          <p:cNvCxnSpPr>
            <a:cxnSpLocks/>
            <a:stCxn id="279" idx="1"/>
            <a:endCxn id="278" idx="1"/>
          </p:cNvCxnSpPr>
          <p:nvPr/>
        </p:nvCxnSpPr>
        <p:spPr>
          <a:xfrm flipH="1" flipV="1">
            <a:off x="4099478" y="5282807"/>
            <a:ext cx="329757" cy="2518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3B2A2C95-16DB-8370-AE7A-040BCB553437}"/>
              </a:ext>
            </a:extLst>
          </p:cNvPr>
          <p:cNvCxnSpPr>
            <a:cxnSpLocks/>
            <a:stCxn id="278" idx="1"/>
            <a:endCxn id="277" idx="1"/>
          </p:cNvCxnSpPr>
          <p:nvPr/>
        </p:nvCxnSpPr>
        <p:spPr>
          <a:xfrm flipH="1">
            <a:off x="3786982" y="5282807"/>
            <a:ext cx="312496" cy="26797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77" name="Arc 276">
            <a:extLst>
              <a:ext uri="{FF2B5EF4-FFF2-40B4-BE49-F238E27FC236}">
                <a16:creationId xmlns:a16="http://schemas.microsoft.com/office/drawing/2014/main" id="{7BAE1C1C-F41A-CE7C-5F13-774563D88384}"/>
              </a:ext>
            </a:extLst>
          </p:cNvPr>
          <p:cNvSpPr/>
          <p:nvPr/>
        </p:nvSpPr>
        <p:spPr>
          <a:xfrm>
            <a:off x="3687043" y="545083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4</a:t>
            </a:r>
            <a:endParaRPr lang="th-TH" sz="1200" dirty="0">
              <a:solidFill>
                <a:sysClr val="windowText" lastClr="000000"/>
              </a:solidFill>
            </a:endParaRPr>
          </a:p>
        </p:txBody>
      </p:sp>
      <p:sp>
        <p:nvSpPr>
          <p:cNvPr id="278" name="Arc 277">
            <a:extLst>
              <a:ext uri="{FF2B5EF4-FFF2-40B4-BE49-F238E27FC236}">
                <a16:creationId xmlns:a16="http://schemas.microsoft.com/office/drawing/2014/main" id="{818A4DF0-6A42-D06D-F95E-507313D2AF4E}"/>
              </a:ext>
            </a:extLst>
          </p:cNvPr>
          <p:cNvSpPr/>
          <p:nvPr/>
        </p:nvSpPr>
        <p:spPr>
          <a:xfrm>
            <a:off x="3999539" y="518286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279" name="Arc 278">
            <a:extLst>
              <a:ext uri="{FF2B5EF4-FFF2-40B4-BE49-F238E27FC236}">
                <a16:creationId xmlns:a16="http://schemas.microsoft.com/office/drawing/2014/main" id="{38A730D8-7613-C021-7ACC-D501C0CB81A4}"/>
              </a:ext>
            </a:extLst>
          </p:cNvPr>
          <p:cNvSpPr/>
          <p:nvPr/>
        </p:nvSpPr>
        <p:spPr>
          <a:xfrm>
            <a:off x="4329296" y="5434765"/>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sp>
        <p:nvSpPr>
          <p:cNvPr id="281" name="Arc 280">
            <a:extLst>
              <a:ext uri="{FF2B5EF4-FFF2-40B4-BE49-F238E27FC236}">
                <a16:creationId xmlns:a16="http://schemas.microsoft.com/office/drawing/2014/main" id="{E30D9B55-8023-21E5-E266-F72F37D66BFB}"/>
              </a:ext>
            </a:extLst>
          </p:cNvPr>
          <p:cNvSpPr/>
          <p:nvPr/>
        </p:nvSpPr>
        <p:spPr>
          <a:xfrm>
            <a:off x="3487354" y="5710252"/>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282" name="Arc 281">
            <a:extLst>
              <a:ext uri="{FF2B5EF4-FFF2-40B4-BE49-F238E27FC236}">
                <a16:creationId xmlns:a16="http://schemas.microsoft.com/office/drawing/2014/main" id="{B8D8BA01-BACA-021A-10F2-192DA82C7896}"/>
              </a:ext>
            </a:extLst>
          </p:cNvPr>
          <p:cNvSpPr/>
          <p:nvPr/>
        </p:nvSpPr>
        <p:spPr>
          <a:xfrm>
            <a:off x="4531392"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sp>
        <p:nvSpPr>
          <p:cNvPr id="283" name="Arc 282">
            <a:extLst>
              <a:ext uri="{FF2B5EF4-FFF2-40B4-BE49-F238E27FC236}">
                <a16:creationId xmlns:a16="http://schemas.microsoft.com/office/drawing/2014/main" id="{B4608B33-BC9B-1EDF-BE5E-C8D01363813D}"/>
              </a:ext>
            </a:extLst>
          </p:cNvPr>
          <p:cNvSpPr/>
          <p:nvPr/>
        </p:nvSpPr>
        <p:spPr>
          <a:xfrm>
            <a:off x="4191189"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284" name="Rectangle: Rounded Corners 283">
            <a:extLst>
              <a:ext uri="{FF2B5EF4-FFF2-40B4-BE49-F238E27FC236}">
                <a16:creationId xmlns:a16="http://schemas.microsoft.com/office/drawing/2014/main" id="{EB8F6DCB-FEC7-7D49-83C1-52BE6CC4313A}"/>
              </a:ext>
            </a:extLst>
          </p:cNvPr>
          <p:cNvSpPr/>
          <p:nvPr/>
        </p:nvSpPr>
        <p:spPr>
          <a:xfrm>
            <a:off x="5078170" y="4919969"/>
            <a:ext cx="1294838" cy="1827963"/>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Delete 4</a:t>
            </a:r>
          </a:p>
        </p:txBody>
      </p:sp>
      <p:cxnSp>
        <p:nvCxnSpPr>
          <p:cNvPr id="285" name="Straight Connector 284">
            <a:extLst>
              <a:ext uri="{FF2B5EF4-FFF2-40B4-BE49-F238E27FC236}">
                <a16:creationId xmlns:a16="http://schemas.microsoft.com/office/drawing/2014/main" id="{79408008-6A66-D10B-4A89-4249DB0BB092}"/>
              </a:ext>
            </a:extLst>
          </p:cNvPr>
          <p:cNvCxnSpPr>
            <a:cxnSpLocks/>
            <a:stCxn id="295" idx="1"/>
            <a:endCxn id="292" idx="1"/>
          </p:cNvCxnSpPr>
          <p:nvPr/>
        </p:nvCxnSpPr>
        <p:spPr>
          <a:xfrm flipV="1">
            <a:off x="5755797" y="5534704"/>
            <a:ext cx="138107"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1B7D0C75-101F-EB82-D021-B666DA3D32B4}"/>
              </a:ext>
            </a:extLst>
          </p:cNvPr>
          <p:cNvCxnSpPr>
            <a:cxnSpLocks/>
            <a:stCxn id="294" idx="1"/>
            <a:endCxn id="292" idx="1"/>
          </p:cNvCxnSpPr>
          <p:nvPr/>
        </p:nvCxnSpPr>
        <p:spPr>
          <a:xfrm flipH="1" flipV="1">
            <a:off x="5893904" y="5534704"/>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3ECC9292-39B1-3946-87BA-FF3880ACF10C}"/>
              </a:ext>
            </a:extLst>
          </p:cNvPr>
          <p:cNvCxnSpPr>
            <a:cxnSpLocks/>
            <a:stCxn id="292" idx="1"/>
            <a:endCxn id="291" idx="1"/>
          </p:cNvCxnSpPr>
          <p:nvPr/>
        </p:nvCxnSpPr>
        <p:spPr>
          <a:xfrm flipH="1" flipV="1">
            <a:off x="5641277" y="5282807"/>
            <a:ext cx="252627" cy="2518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332506A1-DF20-B3F0-3809-8BCF12F40F96}"/>
              </a:ext>
            </a:extLst>
          </p:cNvPr>
          <p:cNvCxnSpPr>
            <a:cxnSpLocks/>
            <a:stCxn id="291" idx="1"/>
            <a:endCxn id="290" idx="1"/>
          </p:cNvCxnSpPr>
          <p:nvPr/>
        </p:nvCxnSpPr>
        <p:spPr>
          <a:xfrm flipH="1">
            <a:off x="5328781" y="5282807"/>
            <a:ext cx="312496" cy="26797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90" name="Arc 289">
            <a:extLst>
              <a:ext uri="{FF2B5EF4-FFF2-40B4-BE49-F238E27FC236}">
                <a16:creationId xmlns:a16="http://schemas.microsoft.com/office/drawing/2014/main" id="{39B6FB77-3F63-267B-D4CC-A6227AE792B3}"/>
              </a:ext>
            </a:extLst>
          </p:cNvPr>
          <p:cNvSpPr/>
          <p:nvPr/>
        </p:nvSpPr>
        <p:spPr>
          <a:xfrm>
            <a:off x="5228842" y="545083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1</a:t>
            </a:r>
            <a:endParaRPr lang="th-TH" sz="1200" dirty="0">
              <a:solidFill>
                <a:sysClr val="windowText" lastClr="000000"/>
              </a:solidFill>
            </a:endParaRPr>
          </a:p>
        </p:txBody>
      </p:sp>
      <p:sp>
        <p:nvSpPr>
          <p:cNvPr id="291" name="Arc 290">
            <a:extLst>
              <a:ext uri="{FF2B5EF4-FFF2-40B4-BE49-F238E27FC236}">
                <a16:creationId xmlns:a16="http://schemas.microsoft.com/office/drawing/2014/main" id="{B7980E9E-0D0E-6631-27C3-FE94FED2D4D9}"/>
              </a:ext>
            </a:extLst>
          </p:cNvPr>
          <p:cNvSpPr/>
          <p:nvPr/>
        </p:nvSpPr>
        <p:spPr>
          <a:xfrm>
            <a:off x="5541338" y="518286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292" name="Arc 291">
            <a:extLst>
              <a:ext uri="{FF2B5EF4-FFF2-40B4-BE49-F238E27FC236}">
                <a16:creationId xmlns:a16="http://schemas.microsoft.com/office/drawing/2014/main" id="{75DFA2F1-75B5-B573-612E-870BBF360585}"/>
              </a:ext>
            </a:extLst>
          </p:cNvPr>
          <p:cNvSpPr/>
          <p:nvPr/>
        </p:nvSpPr>
        <p:spPr>
          <a:xfrm>
            <a:off x="5793965" y="5434765"/>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sp>
        <p:nvSpPr>
          <p:cNvPr id="294" name="Arc 293">
            <a:extLst>
              <a:ext uri="{FF2B5EF4-FFF2-40B4-BE49-F238E27FC236}">
                <a16:creationId xmlns:a16="http://schemas.microsoft.com/office/drawing/2014/main" id="{4F4B5346-A1C1-6443-7DA3-0A5A8C599011}"/>
              </a:ext>
            </a:extLst>
          </p:cNvPr>
          <p:cNvSpPr/>
          <p:nvPr/>
        </p:nvSpPr>
        <p:spPr>
          <a:xfrm>
            <a:off x="5996061"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sp>
        <p:nvSpPr>
          <p:cNvPr id="295" name="Arc 294">
            <a:extLst>
              <a:ext uri="{FF2B5EF4-FFF2-40B4-BE49-F238E27FC236}">
                <a16:creationId xmlns:a16="http://schemas.microsoft.com/office/drawing/2014/main" id="{1B4FD907-CFAB-3D95-5E79-66978A7FCB3F}"/>
              </a:ext>
            </a:extLst>
          </p:cNvPr>
          <p:cNvSpPr/>
          <p:nvPr/>
        </p:nvSpPr>
        <p:spPr>
          <a:xfrm>
            <a:off x="5655858"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297" name="Rectangle: Rounded Corners 296">
            <a:extLst>
              <a:ext uri="{FF2B5EF4-FFF2-40B4-BE49-F238E27FC236}">
                <a16:creationId xmlns:a16="http://schemas.microsoft.com/office/drawing/2014/main" id="{85BB3C50-F7D5-7753-0B13-AB71C19F04A7}"/>
              </a:ext>
            </a:extLst>
          </p:cNvPr>
          <p:cNvSpPr/>
          <p:nvPr/>
        </p:nvSpPr>
        <p:spPr>
          <a:xfrm>
            <a:off x="6571531" y="4919969"/>
            <a:ext cx="2386360" cy="1827963"/>
          </a:xfrm>
          <a:prstGeom prst="roundRect">
            <a:avLst>
              <a:gd name="adj" fmla="val 6518"/>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36000" tIns="0" rIns="36000" bIns="0" rtlCol="0" anchor="b" anchorCtr="0"/>
          <a:lstStyle/>
          <a:p>
            <a:pPr algn="ctr"/>
            <a:r>
              <a:rPr lang="en-US" sz="1200" dirty="0">
                <a:solidFill>
                  <a:schemeClr val="tx1"/>
                </a:solidFill>
              </a:rPr>
              <a:t>Delete 1 </a:t>
            </a:r>
            <a:r>
              <a:rPr lang="en-US" sz="1200" dirty="0">
                <a:solidFill>
                  <a:schemeClr val="tx1"/>
                </a:solidFill>
                <a:sym typeface="Wingdings" panose="05000000000000000000" pitchFamily="2" charset="2"/>
              </a:rPr>
              <a:t> Rotate at 5</a:t>
            </a:r>
            <a:endParaRPr lang="en-US" sz="1200" dirty="0">
              <a:solidFill>
                <a:schemeClr val="tx1"/>
              </a:solidFill>
            </a:endParaRPr>
          </a:p>
        </p:txBody>
      </p:sp>
      <p:cxnSp>
        <p:nvCxnSpPr>
          <p:cNvPr id="298" name="Straight Connector 297">
            <a:extLst>
              <a:ext uri="{FF2B5EF4-FFF2-40B4-BE49-F238E27FC236}">
                <a16:creationId xmlns:a16="http://schemas.microsoft.com/office/drawing/2014/main" id="{49E257C6-4E04-6023-3FA4-A83DA486E95C}"/>
              </a:ext>
            </a:extLst>
          </p:cNvPr>
          <p:cNvCxnSpPr>
            <a:cxnSpLocks/>
            <a:stCxn id="306" idx="1"/>
            <a:endCxn id="304" idx="1"/>
          </p:cNvCxnSpPr>
          <p:nvPr/>
        </p:nvCxnSpPr>
        <p:spPr>
          <a:xfrm flipV="1">
            <a:off x="7038500" y="5534704"/>
            <a:ext cx="138107"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D6B4F466-FE95-4ABE-B791-9B522593D19C}"/>
              </a:ext>
            </a:extLst>
          </p:cNvPr>
          <p:cNvCxnSpPr>
            <a:cxnSpLocks/>
            <a:stCxn id="305" idx="1"/>
            <a:endCxn id="304" idx="1"/>
          </p:cNvCxnSpPr>
          <p:nvPr/>
        </p:nvCxnSpPr>
        <p:spPr>
          <a:xfrm flipH="1" flipV="1">
            <a:off x="7176607" y="5534704"/>
            <a:ext cx="202096" cy="286372"/>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E232B428-3623-CA86-E302-39E74976A2F8}"/>
              </a:ext>
            </a:extLst>
          </p:cNvPr>
          <p:cNvCxnSpPr>
            <a:cxnSpLocks/>
            <a:stCxn id="304" idx="1"/>
            <a:endCxn id="303" idx="1"/>
          </p:cNvCxnSpPr>
          <p:nvPr/>
        </p:nvCxnSpPr>
        <p:spPr>
          <a:xfrm flipH="1" flipV="1">
            <a:off x="6923980" y="5282807"/>
            <a:ext cx="252627" cy="251897"/>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03" name="Arc 302">
            <a:extLst>
              <a:ext uri="{FF2B5EF4-FFF2-40B4-BE49-F238E27FC236}">
                <a16:creationId xmlns:a16="http://schemas.microsoft.com/office/drawing/2014/main" id="{AB8C7C08-0FBA-2895-78D0-B456EBDBEDCB}"/>
              </a:ext>
            </a:extLst>
          </p:cNvPr>
          <p:cNvSpPr/>
          <p:nvPr/>
        </p:nvSpPr>
        <p:spPr>
          <a:xfrm>
            <a:off x="6824041" y="518286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304" name="Arc 303">
            <a:extLst>
              <a:ext uri="{FF2B5EF4-FFF2-40B4-BE49-F238E27FC236}">
                <a16:creationId xmlns:a16="http://schemas.microsoft.com/office/drawing/2014/main" id="{656D6AD2-700B-668E-B843-5465B22A2E74}"/>
              </a:ext>
            </a:extLst>
          </p:cNvPr>
          <p:cNvSpPr/>
          <p:nvPr/>
        </p:nvSpPr>
        <p:spPr>
          <a:xfrm>
            <a:off x="7076668" y="5434765"/>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sp>
        <p:nvSpPr>
          <p:cNvPr id="305" name="Arc 304">
            <a:extLst>
              <a:ext uri="{FF2B5EF4-FFF2-40B4-BE49-F238E27FC236}">
                <a16:creationId xmlns:a16="http://schemas.microsoft.com/office/drawing/2014/main" id="{13F0CCBB-C000-DC06-2AE0-1ED67FF172B9}"/>
              </a:ext>
            </a:extLst>
          </p:cNvPr>
          <p:cNvSpPr/>
          <p:nvPr/>
        </p:nvSpPr>
        <p:spPr>
          <a:xfrm>
            <a:off x="7278764"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sp>
        <p:nvSpPr>
          <p:cNvPr id="306" name="Arc 305">
            <a:extLst>
              <a:ext uri="{FF2B5EF4-FFF2-40B4-BE49-F238E27FC236}">
                <a16:creationId xmlns:a16="http://schemas.microsoft.com/office/drawing/2014/main" id="{3A627B81-DB92-6F5A-ED67-2872BB765746}"/>
              </a:ext>
            </a:extLst>
          </p:cNvPr>
          <p:cNvSpPr/>
          <p:nvPr/>
        </p:nvSpPr>
        <p:spPr>
          <a:xfrm>
            <a:off x="6938561"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cxnSp>
        <p:nvCxnSpPr>
          <p:cNvPr id="307" name="Straight Connector 306">
            <a:extLst>
              <a:ext uri="{FF2B5EF4-FFF2-40B4-BE49-F238E27FC236}">
                <a16:creationId xmlns:a16="http://schemas.microsoft.com/office/drawing/2014/main" id="{1E6FEBE1-E5A0-C407-E4E3-E77E6C7D560F}"/>
              </a:ext>
            </a:extLst>
          </p:cNvPr>
          <p:cNvCxnSpPr>
            <a:cxnSpLocks/>
            <a:stCxn id="313" idx="1"/>
            <a:endCxn id="310" idx="1"/>
          </p:cNvCxnSpPr>
          <p:nvPr/>
        </p:nvCxnSpPr>
        <p:spPr>
          <a:xfrm flipH="1" flipV="1">
            <a:off x="8139260" y="5550777"/>
            <a:ext cx="200811" cy="27029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55D90D2D-1B56-F10D-A8A7-5BA4C18AFC87}"/>
              </a:ext>
            </a:extLst>
          </p:cNvPr>
          <p:cNvCxnSpPr>
            <a:cxnSpLocks/>
            <a:stCxn id="312" idx="1"/>
            <a:endCxn id="311" idx="1"/>
          </p:cNvCxnSpPr>
          <p:nvPr/>
        </p:nvCxnSpPr>
        <p:spPr>
          <a:xfrm flipH="1" flipV="1">
            <a:off x="8403229" y="5280417"/>
            <a:ext cx="327220" cy="27346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BA9976B1-6C2D-C0DD-F2CE-EC203331EA7C}"/>
              </a:ext>
            </a:extLst>
          </p:cNvPr>
          <p:cNvCxnSpPr>
            <a:cxnSpLocks/>
            <a:stCxn id="311" idx="1"/>
            <a:endCxn id="310" idx="1"/>
          </p:cNvCxnSpPr>
          <p:nvPr/>
        </p:nvCxnSpPr>
        <p:spPr>
          <a:xfrm flipH="1">
            <a:off x="8139260" y="5280417"/>
            <a:ext cx="263969" cy="27036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10" name="Arc 309">
            <a:extLst>
              <a:ext uri="{FF2B5EF4-FFF2-40B4-BE49-F238E27FC236}">
                <a16:creationId xmlns:a16="http://schemas.microsoft.com/office/drawing/2014/main" id="{DE574474-4175-7764-3514-AD2DB651634E}"/>
              </a:ext>
            </a:extLst>
          </p:cNvPr>
          <p:cNvSpPr/>
          <p:nvPr/>
        </p:nvSpPr>
        <p:spPr>
          <a:xfrm>
            <a:off x="8039321" y="545083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5</a:t>
            </a:r>
            <a:endParaRPr lang="th-TH" sz="1200" dirty="0">
              <a:solidFill>
                <a:sysClr val="windowText" lastClr="000000"/>
              </a:solidFill>
            </a:endParaRPr>
          </a:p>
        </p:txBody>
      </p:sp>
      <p:sp>
        <p:nvSpPr>
          <p:cNvPr id="311" name="Arc 310">
            <a:extLst>
              <a:ext uri="{FF2B5EF4-FFF2-40B4-BE49-F238E27FC236}">
                <a16:creationId xmlns:a16="http://schemas.microsoft.com/office/drawing/2014/main" id="{E8E29D0F-EC50-AE85-E8D7-0BA01A024311}"/>
              </a:ext>
            </a:extLst>
          </p:cNvPr>
          <p:cNvSpPr/>
          <p:nvPr/>
        </p:nvSpPr>
        <p:spPr>
          <a:xfrm>
            <a:off x="8303290" y="518047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8</a:t>
            </a:r>
            <a:endParaRPr lang="th-TH" sz="1200" dirty="0">
              <a:solidFill>
                <a:sysClr val="windowText" lastClr="000000"/>
              </a:solidFill>
            </a:endParaRPr>
          </a:p>
        </p:txBody>
      </p:sp>
      <p:sp>
        <p:nvSpPr>
          <p:cNvPr id="312" name="Arc 311">
            <a:extLst>
              <a:ext uri="{FF2B5EF4-FFF2-40B4-BE49-F238E27FC236}">
                <a16:creationId xmlns:a16="http://schemas.microsoft.com/office/drawing/2014/main" id="{0FFC6EDA-AEFB-D2A2-99BB-F4C602F4B24B}"/>
              </a:ext>
            </a:extLst>
          </p:cNvPr>
          <p:cNvSpPr/>
          <p:nvPr/>
        </p:nvSpPr>
        <p:spPr>
          <a:xfrm>
            <a:off x="8630510" y="5453938"/>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9</a:t>
            </a:r>
            <a:endParaRPr lang="th-TH" sz="1200" dirty="0">
              <a:solidFill>
                <a:sysClr val="windowText" lastClr="000000"/>
              </a:solidFill>
            </a:endParaRPr>
          </a:p>
        </p:txBody>
      </p:sp>
      <p:sp>
        <p:nvSpPr>
          <p:cNvPr id="313" name="Arc 312">
            <a:extLst>
              <a:ext uri="{FF2B5EF4-FFF2-40B4-BE49-F238E27FC236}">
                <a16:creationId xmlns:a16="http://schemas.microsoft.com/office/drawing/2014/main" id="{16FA870D-2B9F-2CAD-D361-955D729E9C83}"/>
              </a:ext>
            </a:extLst>
          </p:cNvPr>
          <p:cNvSpPr/>
          <p:nvPr/>
        </p:nvSpPr>
        <p:spPr>
          <a:xfrm>
            <a:off x="8240132" y="5721137"/>
            <a:ext cx="199878" cy="199878"/>
          </a:xfrm>
          <a:prstGeom prst="arc">
            <a:avLst>
              <a:gd name="adj1" fmla="val 16200000"/>
              <a:gd name="adj2" fmla="val 16197843"/>
            </a:avLst>
          </a:prstGeom>
          <a:ln>
            <a:solidFill>
              <a:schemeClr val="accent3">
                <a:lumMod val="50000"/>
              </a:schemeClr>
            </a:solidFill>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dirty="0">
                <a:solidFill>
                  <a:sysClr val="windowText" lastClr="000000"/>
                </a:solidFill>
              </a:rPr>
              <a:t>7</a:t>
            </a:r>
            <a:endParaRPr lang="th-TH" sz="1200" dirty="0">
              <a:solidFill>
                <a:sysClr val="windowText" lastClr="000000"/>
              </a:solidFill>
            </a:endParaRPr>
          </a:p>
        </p:txBody>
      </p:sp>
      <p:sp>
        <p:nvSpPr>
          <p:cNvPr id="321" name="Arrow: Right 320">
            <a:extLst>
              <a:ext uri="{FF2B5EF4-FFF2-40B4-BE49-F238E27FC236}">
                <a16:creationId xmlns:a16="http://schemas.microsoft.com/office/drawing/2014/main" id="{CAFEC65D-C573-F54D-7FB7-A5C75C0FDE17}"/>
              </a:ext>
            </a:extLst>
          </p:cNvPr>
          <p:cNvSpPr/>
          <p:nvPr/>
        </p:nvSpPr>
        <p:spPr>
          <a:xfrm>
            <a:off x="7575830" y="5517648"/>
            <a:ext cx="308422" cy="161855"/>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644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fade">
                                      <p:cBhvr>
                                        <p:cTn id="10" dur="500"/>
                                        <p:tgtEl>
                                          <p:spTgt spid="8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500"/>
                                        <p:tgtEl>
                                          <p:spTgt spid="1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5"/>
                                        </p:tgtEl>
                                        <p:attrNameLst>
                                          <p:attrName>style.visibility</p:attrName>
                                        </p:attrNameLst>
                                      </p:cBhvr>
                                      <p:to>
                                        <p:strVal val="visible"/>
                                      </p:to>
                                    </p:set>
                                    <p:animEffect transition="in" filter="fade">
                                      <p:cBhvr>
                                        <p:cTn id="16" dur="500"/>
                                        <p:tgtEl>
                                          <p:spTgt spid="14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8"/>
                                        </p:tgtEl>
                                        <p:attrNameLst>
                                          <p:attrName>style.visibility</p:attrName>
                                        </p:attrNameLst>
                                      </p:cBhvr>
                                      <p:to>
                                        <p:strVal val="visible"/>
                                      </p:to>
                                    </p:set>
                                    <p:animEffect transition="in" filter="fade">
                                      <p:cBhvr>
                                        <p:cTn id="19" dur="500"/>
                                        <p:tgtEl>
                                          <p:spTgt spid="2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9"/>
                                        </p:tgtEl>
                                        <p:attrNameLst>
                                          <p:attrName>style.visibility</p:attrName>
                                        </p:attrNameLst>
                                      </p:cBhvr>
                                      <p:to>
                                        <p:strVal val="visible"/>
                                      </p:to>
                                    </p:set>
                                    <p:animEffect transition="in" filter="fade">
                                      <p:cBhvr>
                                        <p:cTn id="22" dur="500"/>
                                        <p:tgtEl>
                                          <p:spTgt spid="2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9"/>
                                        </p:tgtEl>
                                        <p:attrNameLst>
                                          <p:attrName>style.visibility</p:attrName>
                                        </p:attrNameLst>
                                      </p:cBhvr>
                                      <p:to>
                                        <p:strVal val="visible"/>
                                      </p:to>
                                    </p:set>
                                    <p:animEffect transition="in" filter="fade">
                                      <p:cBhvr>
                                        <p:cTn id="25" dur="500"/>
                                        <p:tgtEl>
                                          <p:spTgt spid="26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1"/>
                                        </p:tgtEl>
                                        <p:attrNameLst>
                                          <p:attrName>style.visibility</p:attrName>
                                        </p:attrNameLst>
                                      </p:cBhvr>
                                      <p:to>
                                        <p:strVal val="visible"/>
                                      </p:to>
                                    </p:set>
                                    <p:animEffect transition="in" filter="fade">
                                      <p:cBhvr>
                                        <p:cTn id="28" dur="5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animBg="1"/>
      <p:bldP spid="120" grpId="0" animBg="1"/>
      <p:bldP spid="145" grpId="0" animBg="1"/>
      <p:bldP spid="228" grpId="0" animBg="1"/>
      <p:bldP spid="229" grpId="0" animBg="1"/>
      <p:bldP spid="269" grpId="0" animBg="1"/>
      <p:bldP spid="321" grpId="0" animBg="1"/>
    </p:bldLst>
  </p:timing>
</p:sld>
</file>

<file path=ppt/theme/theme1.xml><?xml version="1.0" encoding="utf-8"?>
<a:theme xmlns:a="http://schemas.openxmlformats.org/drawingml/2006/main" name="dae-default">
  <a:themeElements>
    <a:clrScheme name="Custom 3">
      <a:dk1>
        <a:sysClr val="windowText" lastClr="000000"/>
      </a:dk1>
      <a:lt1>
        <a:sysClr val="window" lastClr="FFFFFF"/>
      </a:lt1>
      <a:dk2>
        <a:srgbClr val="212121"/>
      </a:dk2>
      <a:lt2>
        <a:srgbClr val="E7E6E6"/>
      </a:lt2>
      <a:accent1>
        <a:srgbClr val="D4FB79"/>
      </a:accent1>
      <a:accent2>
        <a:srgbClr val="FF7E79"/>
      </a:accent2>
      <a:accent3>
        <a:srgbClr val="76D6FB"/>
      </a:accent3>
      <a:accent4>
        <a:srgbClr val="FFD479"/>
      </a:accent4>
      <a:accent5>
        <a:srgbClr val="D783FF"/>
      </a:accent5>
      <a:accent6>
        <a:srgbClr val="73FA79"/>
      </a:accent6>
      <a:hlink>
        <a:srgbClr val="0096FF"/>
      </a:hlink>
      <a:folHlink>
        <a:srgbClr val="954F72"/>
      </a:folHlink>
    </a:clrScheme>
    <a:fontScheme name="Custom 1">
      <a:majorFont>
        <a:latin typeface="Sarabun ExtraLight"/>
        <a:ea typeface=""/>
        <a:cs typeface="Sarabun ExtraLight"/>
      </a:majorFont>
      <a:minorFont>
        <a:latin typeface="Sarabun ExtraLight"/>
        <a:ea typeface=""/>
        <a:cs typeface="Sarabun ExtraLight"/>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e-default" id="{510114F9-C429-4665-9804-4C0F10FA9A8E}" vid="{3074D711-C638-4782-B543-05305884A16A}"/>
    </a:ext>
  </a:extLst>
</a:theme>
</file>

<file path=docProps/app.xml><?xml version="1.0" encoding="utf-8"?>
<Properties xmlns="http://schemas.openxmlformats.org/officeDocument/2006/extended-properties" xmlns:vt="http://schemas.openxmlformats.org/officeDocument/2006/docPropsVTypes">
  <Template>dae-default</Template>
  <TotalTime>3647</TotalTime>
  <Words>3645</Words>
  <Application>Microsoft Office PowerPoint</Application>
  <PresentationFormat>Widescreen</PresentationFormat>
  <Paragraphs>753</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Cambria Math</vt:lpstr>
      <vt:lpstr>Consolas</vt:lpstr>
      <vt:lpstr>Corbel</vt:lpstr>
      <vt:lpstr>Monaspace Neon</vt:lpstr>
      <vt:lpstr>Sarabun</vt:lpstr>
      <vt:lpstr>Sarabun ExtraLight</vt:lpstr>
      <vt:lpstr>Sarabun Light</vt:lpstr>
      <vt:lpstr>Wingdings</vt:lpstr>
      <vt:lpstr>dae-default</vt:lpstr>
      <vt:lpstr>AVL Tree</vt:lpstr>
      <vt:lpstr>Overview</vt:lpstr>
      <vt:lpstr>How likely a bad tree may happen?</vt:lpstr>
      <vt:lpstr>The Balance Constraint</vt:lpstr>
      <vt:lpstr>Example</vt:lpstr>
      <vt:lpstr>What is the maximum height of an AVL Tree</vt:lpstr>
      <vt:lpstr>Fibonacci Tree</vt:lpstr>
      <vt:lpstr>Solving for |Ah|</vt:lpstr>
      <vt:lpstr>Another Method with better bound</vt:lpstr>
      <vt:lpstr>How we maintain the balance value</vt:lpstr>
      <vt:lpstr>Rotation Operation</vt:lpstr>
      <vt:lpstr>Mirror between left and right</vt:lpstr>
      <vt:lpstr>Rotation Code</vt:lpstr>
      <vt:lpstr>When to use Rotation</vt:lpstr>
      <vt:lpstr>When one Rotation Right does not solve the problem</vt:lpstr>
      <vt:lpstr>What About Rotate Left?</vt:lpstr>
      <vt:lpstr>Rotation Summary</vt:lpstr>
      <vt:lpstr>Integrate with Insert and Erase</vt:lpstr>
      <vt:lpstr>Example</vt:lpstr>
      <vt:lpstr>Erase</vt:lpstr>
      <vt:lpstr>The Node Class</vt:lpstr>
      <vt:lpstr>Example Sequence of Operation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Nattee Niparnan</dc:creator>
  <cp:lastModifiedBy>ecc</cp:lastModifiedBy>
  <cp:revision>80</cp:revision>
  <dcterms:created xsi:type="dcterms:W3CDTF">2020-11-04T00:09:46Z</dcterms:created>
  <dcterms:modified xsi:type="dcterms:W3CDTF">2024-11-11T03:45:43Z</dcterms:modified>
</cp:coreProperties>
</file>